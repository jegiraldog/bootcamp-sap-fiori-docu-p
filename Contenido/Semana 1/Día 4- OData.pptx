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</p:sldIdLst>
  <p:sldSz cy="5143500" cx="9144000"/>
  <p:notesSz cx="9144000" cy="51435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jhzrzF86V27W2H8cXxp0oZ+9LC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customschemas.google.com/relationships/presentationmetadata" Target="metadata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:notes"/>
          <p:cNvSpPr txBox="1"/>
          <p:nvPr>
            <p:ph idx="1" type="body"/>
          </p:nvPr>
        </p:nvSpPr>
        <p:spPr>
          <a:xfrm>
            <a:off x="1036320" y="2687378"/>
            <a:ext cx="8289900" cy="25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8" name="Google Shape;118;p1:notes"/>
          <p:cNvSpPr/>
          <p:nvPr>
            <p:ph idx="2" type="sldImg"/>
          </p:nvPr>
        </p:nvSpPr>
        <p:spPr>
          <a:xfrm>
            <a:off x="711360" y="429908"/>
            <a:ext cx="8939700" cy="21213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e3be4190b0_1_73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g2e3be4190b0_1_73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3f38b686b_0_7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g2e3f38b686b_0_7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e3f38b686b_0_14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g2e3f38b686b_0_14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e3f38b686b_0_21:notes"/>
          <p:cNvSpPr/>
          <p:nvPr>
            <p:ph idx="2" type="sldImg"/>
          </p:nvPr>
        </p:nvSpPr>
        <p:spPr>
          <a:xfrm>
            <a:off x="1524300" y="385750"/>
            <a:ext cx="6096300" cy="1928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" name="Google Shape;156;g2e3f38b686b_0_21:notes"/>
          <p:cNvSpPr txBox="1"/>
          <p:nvPr>
            <p:ph idx="1" type="body"/>
          </p:nvPr>
        </p:nvSpPr>
        <p:spPr>
          <a:xfrm>
            <a:off x="914400" y="2443150"/>
            <a:ext cx="7315200" cy="23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:notes"/>
          <p:cNvSpPr txBox="1"/>
          <p:nvPr>
            <p:ph idx="1" type="body"/>
          </p:nvPr>
        </p:nvSpPr>
        <p:spPr>
          <a:xfrm>
            <a:off x="914400" y="2443150"/>
            <a:ext cx="7315200" cy="23145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3" name="Google Shape;163;p12:notes"/>
          <p:cNvSpPr/>
          <p:nvPr>
            <p:ph idx="2" type="sldImg"/>
          </p:nvPr>
        </p:nvSpPr>
        <p:spPr>
          <a:xfrm>
            <a:off x="1524300" y="385750"/>
            <a:ext cx="6096300" cy="1928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4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4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46"/>
          <p:cNvSpPr txBox="1"/>
          <p:nvPr>
            <p:ph idx="1" type="subTitle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8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48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8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9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0"/>
          <p:cNvSpPr txBox="1"/>
          <p:nvPr>
            <p:ph idx="1" type="subTitle"/>
          </p:nvPr>
        </p:nvSpPr>
        <p:spPr>
          <a:xfrm>
            <a:off x="311760" y="444960"/>
            <a:ext cx="8520000" cy="26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1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1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1"/>
          <p:cNvSpPr txBox="1"/>
          <p:nvPr>
            <p:ph idx="2" type="body"/>
          </p:nvPr>
        </p:nvSpPr>
        <p:spPr>
          <a:xfrm>
            <a:off x="467784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1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2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2"/>
          <p:cNvSpPr txBox="1"/>
          <p:nvPr>
            <p:ph idx="1" type="body"/>
          </p:nvPr>
        </p:nvSpPr>
        <p:spPr>
          <a:xfrm>
            <a:off x="311760" y="1152360"/>
            <a:ext cx="41577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2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2"/>
          <p:cNvSpPr txBox="1"/>
          <p:nvPr>
            <p:ph idx="3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3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3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53"/>
          <p:cNvSpPr txBox="1"/>
          <p:nvPr>
            <p:ph idx="3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4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4"/>
          <p:cNvSpPr txBox="1"/>
          <p:nvPr>
            <p:ph idx="1" type="body"/>
          </p:nvPr>
        </p:nvSpPr>
        <p:spPr>
          <a:xfrm>
            <a:off x="311760" y="115236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4"/>
          <p:cNvSpPr txBox="1"/>
          <p:nvPr>
            <p:ph idx="2" type="body"/>
          </p:nvPr>
        </p:nvSpPr>
        <p:spPr>
          <a:xfrm>
            <a:off x="311760" y="2936880"/>
            <a:ext cx="85200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55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55"/>
          <p:cNvSpPr txBox="1"/>
          <p:nvPr>
            <p:ph idx="1" type="body"/>
          </p:nvPr>
        </p:nvSpPr>
        <p:spPr>
          <a:xfrm>
            <a:off x="31176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55"/>
          <p:cNvSpPr txBox="1"/>
          <p:nvPr>
            <p:ph idx="2" type="body"/>
          </p:nvPr>
        </p:nvSpPr>
        <p:spPr>
          <a:xfrm>
            <a:off x="4677840" y="115236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55"/>
          <p:cNvSpPr txBox="1"/>
          <p:nvPr>
            <p:ph idx="3" type="body"/>
          </p:nvPr>
        </p:nvSpPr>
        <p:spPr>
          <a:xfrm>
            <a:off x="31176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55"/>
          <p:cNvSpPr txBox="1"/>
          <p:nvPr>
            <p:ph idx="4" type="body"/>
          </p:nvPr>
        </p:nvSpPr>
        <p:spPr>
          <a:xfrm>
            <a:off x="4677840" y="2936880"/>
            <a:ext cx="41577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56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6"/>
          <p:cNvSpPr txBox="1"/>
          <p:nvPr>
            <p:ph idx="1" type="body"/>
          </p:nvPr>
        </p:nvSpPr>
        <p:spPr>
          <a:xfrm>
            <a:off x="31176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56"/>
          <p:cNvSpPr txBox="1"/>
          <p:nvPr>
            <p:ph idx="2" type="body"/>
          </p:nvPr>
        </p:nvSpPr>
        <p:spPr>
          <a:xfrm>
            <a:off x="319248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56"/>
          <p:cNvSpPr txBox="1"/>
          <p:nvPr>
            <p:ph idx="3" type="body"/>
          </p:nvPr>
        </p:nvSpPr>
        <p:spPr>
          <a:xfrm>
            <a:off x="6073200" y="115236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56"/>
          <p:cNvSpPr txBox="1"/>
          <p:nvPr>
            <p:ph idx="4" type="body"/>
          </p:nvPr>
        </p:nvSpPr>
        <p:spPr>
          <a:xfrm>
            <a:off x="31176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56"/>
          <p:cNvSpPr txBox="1"/>
          <p:nvPr>
            <p:ph idx="5" type="body"/>
          </p:nvPr>
        </p:nvSpPr>
        <p:spPr>
          <a:xfrm>
            <a:off x="319248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6"/>
          <p:cNvSpPr txBox="1"/>
          <p:nvPr>
            <p:ph idx="6" type="body"/>
          </p:nvPr>
        </p:nvSpPr>
        <p:spPr>
          <a:xfrm>
            <a:off x="6073200" y="2936880"/>
            <a:ext cx="2743200" cy="16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showMasterSp="0" type="obj">
  <p:cSld name="OBJECT">
    <p:bg>
      <p:bgPr>
        <a:solidFill>
          <a:schemeClr val="lt1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/>
          <p:nvPr/>
        </p:nvSpPr>
        <p:spPr>
          <a:xfrm>
            <a:off x="342620" y="372656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6"/>
          <p:cNvSpPr/>
          <p:nvPr/>
        </p:nvSpPr>
        <p:spPr>
          <a:xfrm>
            <a:off x="263228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6"/>
          <p:cNvSpPr/>
          <p:nvPr/>
        </p:nvSpPr>
        <p:spPr>
          <a:xfrm>
            <a:off x="183835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6"/>
          <p:cNvSpPr/>
          <p:nvPr/>
        </p:nvSpPr>
        <p:spPr>
          <a:xfrm>
            <a:off x="104442" y="370342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6"/>
          <p:cNvSpPr/>
          <p:nvPr/>
        </p:nvSpPr>
        <p:spPr>
          <a:xfrm>
            <a:off x="25049" y="3703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6"/>
          <p:cNvSpPr/>
          <p:nvPr/>
        </p:nvSpPr>
        <p:spPr>
          <a:xfrm>
            <a:off x="342620" y="452049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6"/>
          <p:cNvSpPr/>
          <p:nvPr/>
        </p:nvSpPr>
        <p:spPr>
          <a:xfrm>
            <a:off x="263228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16"/>
          <p:cNvSpPr/>
          <p:nvPr/>
        </p:nvSpPr>
        <p:spPr>
          <a:xfrm>
            <a:off x="183835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6"/>
          <p:cNvSpPr/>
          <p:nvPr/>
        </p:nvSpPr>
        <p:spPr>
          <a:xfrm>
            <a:off x="104442" y="449735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6"/>
          <p:cNvSpPr/>
          <p:nvPr/>
        </p:nvSpPr>
        <p:spPr>
          <a:xfrm>
            <a:off x="25049" y="4497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6"/>
          <p:cNvSpPr/>
          <p:nvPr/>
        </p:nvSpPr>
        <p:spPr>
          <a:xfrm>
            <a:off x="342620" y="531442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6"/>
          <p:cNvSpPr/>
          <p:nvPr/>
        </p:nvSpPr>
        <p:spPr>
          <a:xfrm>
            <a:off x="263228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6"/>
          <p:cNvSpPr/>
          <p:nvPr/>
        </p:nvSpPr>
        <p:spPr>
          <a:xfrm>
            <a:off x="183835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16"/>
          <p:cNvSpPr/>
          <p:nvPr/>
        </p:nvSpPr>
        <p:spPr>
          <a:xfrm>
            <a:off x="104442" y="529128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25049" y="529128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42620" y="610835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263228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6"/>
          <p:cNvSpPr/>
          <p:nvPr/>
        </p:nvSpPr>
        <p:spPr>
          <a:xfrm>
            <a:off x="183835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6"/>
          <p:cNvSpPr/>
          <p:nvPr/>
        </p:nvSpPr>
        <p:spPr>
          <a:xfrm>
            <a:off x="104442" y="608521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6"/>
          <p:cNvSpPr/>
          <p:nvPr/>
        </p:nvSpPr>
        <p:spPr>
          <a:xfrm>
            <a:off x="25049" y="608521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42620" y="690227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263228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6"/>
          <p:cNvSpPr/>
          <p:nvPr/>
        </p:nvSpPr>
        <p:spPr>
          <a:xfrm>
            <a:off x="183835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6"/>
          <p:cNvSpPr/>
          <p:nvPr/>
        </p:nvSpPr>
        <p:spPr>
          <a:xfrm>
            <a:off x="104442" y="687913"/>
            <a:ext cx="23495" cy="23495"/>
          </a:xfrm>
          <a:custGeom>
            <a:rect b="b" l="l" r="r" t="t"/>
            <a:pathLst>
              <a:path extrusionOk="0" h="23495" w="23494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6"/>
          <p:cNvSpPr/>
          <p:nvPr/>
        </p:nvSpPr>
        <p:spPr>
          <a:xfrm>
            <a:off x="25049" y="687913"/>
            <a:ext cx="23495" cy="23495"/>
          </a:xfrm>
          <a:custGeom>
            <a:rect b="b" l="l" r="r" t="t"/>
            <a:pathLst>
              <a:path extrusionOk="0" h="23495" w="23495">
                <a:moveTo>
                  <a:pt x="17952" y="23130"/>
                </a:moveTo>
                <a:lnTo>
                  <a:pt x="5177" y="23130"/>
                </a:lnTo>
                <a:lnTo>
                  <a:pt x="0" y="17952"/>
                </a:lnTo>
                <a:lnTo>
                  <a:pt x="0" y="11565"/>
                </a:lnTo>
                <a:lnTo>
                  <a:pt x="0" y="5177"/>
                </a:lnTo>
                <a:lnTo>
                  <a:pt x="5177" y="0"/>
                </a:lnTo>
                <a:lnTo>
                  <a:pt x="14632" y="0"/>
                </a:lnTo>
                <a:lnTo>
                  <a:pt x="17573" y="1218"/>
                </a:lnTo>
                <a:lnTo>
                  <a:pt x="21911" y="5556"/>
                </a:lnTo>
                <a:lnTo>
                  <a:pt x="23130" y="8497"/>
                </a:lnTo>
                <a:lnTo>
                  <a:pt x="23130" y="17952"/>
                </a:lnTo>
                <a:lnTo>
                  <a:pt x="17952" y="23130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6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6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6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0"/>
          <p:cNvSpPr txBox="1"/>
          <p:nvPr>
            <p:ph idx="1" type="subTitle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0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0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0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0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1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1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2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2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311760" y="444960"/>
            <a:ext cx="8520000" cy="5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311760" y="1152360"/>
            <a:ext cx="8520000" cy="34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2" type="sldNum"/>
          </p:nvPr>
        </p:nvSpPr>
        <p:spPr>
          <a:xfrm>
            <a:off x="8472600" y="4663080"/>
            <a:ext cx="548400" cy="39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>
            <p:ph type="title"/>
          </p:nvPr>
        </p:nvSpPr>
        <p:spPr>
          <a:xfrm>
            <a:off x="485225" y="348184"/>
            <a:ext cx="3792294" cy="332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5"/>
          <p:cNvSpPr txBox="1"/>
          <p:nvPr>
            <p:ph idx="1" type="body"/>
          </p:nvPr>
        </p:nvSpPr>
        <p:spPr>
          <a:xfrm>
            <a:off x="271660" y="1527519"/>
            <a:ext cx="4871720" cy="35166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1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15"/>
          <p:cNvSpPr txBox="1"/>
          <p:nvPr>
            <p:ph idx="11" type="ftr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5"/>
          <p:cNvSpPr txBox="1"/>
          <p:nvPr>
            <p:ph idx="10" type="dt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5"/>
          <p:cNvSpPr txBox="1"/>
          <p:nvPr>
            <p:ph idx="12" type="sldNum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developers.sap.com/tutorials/hcp-create-trial-account..html" TargetMode="External"/><Relationship Id="rId4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ervices.odata.org/Northwind/Northwind.svc/" TargetMode="External"/><Relationship Id="rId4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developers.sap.com/tutorials/cp-cf-create-destination..html" TargetMode="External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" name="Google Shape;120;p1"/>
          <p:cNvPicPr preferRelativeResize="0"/>
          <p:nvPr/>
        </p:nvPicPr>
        <p:blipFill rotWithShape="1">
          <a:blip r:embed="rId3">
            <a:alphaModFix/>
          </a:blip>
          <a:srcRect b="7765" l="17193" r="22022" t="5179"/>
          <a:stretch/>
        </p:blipFill>
        <p:spPr>
          <a:xfrm>
            <a:off x="-6840" y="0"/>
            <a:ext cx="9143640" cy="514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"/>
          <p:cNvSpPr/>
          <p:nvPr/>
        </p:nvSpPr>
        <p:spPr>
          <a:xfrm>
            <a:off x="889560" y="1602720"/>
            <a:ext cx="7353000" cy="19185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176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lang="en-US" sz="5000">
                <a:solidFill>
                  <a:srgbClr val="FFFFFF"/>
                </a:solidFill>
              </a:rPr>
              <a:t>OData</a:t>
            </a:r>
            <a:endParaRPr b="0" i="0" sz="4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7000" y="1155625"/>
            <a:ext cx="1272242" cy="37008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1764"/>
              </a:srgbClr>
            </a:outerShdw>
          </a:effectLst>
        </p:spPr>
      </p:pic>
      <p:sp>
        <p:nvSpPr>
          <p:cNvPr id="123" name="Google Shape;123;p1"/>
          <p:cNvSpPr/>
          <p:nvPr/>
        </p:nvSpPr>
        <p:spPr>
          <a:xfrm flipH="1" rot="5400000">
            <a:off x="2455320" y="3864720"/>
            <a:ext cx="186000" cy="1557600"/>
          </a:xfrm>
          <a:prstGeom prst="roundRect">
            <a:avLst>
              <a:gd fmla="val 50000" name="adj"/>
            </a:avLst>
          </a:prstGeom>
          <a:solidFill>
            <a:srgbClr val="EEEEE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"/>
          <p:cNvSpPr/>
          <p:nvPr/>
        </p:nvSpPr>
        <p:spPr>
          <a:xfrm flipH="1" rot="5400000">
            <a:off x="646140" y="4218420"/>
            <a:ext cx="174300" cy="3057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/>
          <p:nvPr/>
        </p:nvSpPr>
        <p:spPr>
          <a:xfrm flipH="1" rot="5400000">
            <a:off x="1659210" y="381561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"/>
          <p:cNvSpPr/>
          <p:nvPr/>
        </p:nvSpPr>
        <p:spPr>
          <a:xfrm flipH="1" rot="5400000">
            <a:off x="881970" y="3472530"/>
            <a:ext cx="174300" cy="8802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093831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"/>
          <p:cNvSpPr/>
          <p:nvPr/>
        </p:nvSpPr>
        <p:spPr>
          <a:xfrm>
            <a:off x="1772280" y="4550040"/>
            <a:ext cx="186000" cy="186000"/>
          </a:xfrm>
          <a:prstGeom prst="ellipse">
            <a:avLst/>
          </a:prstGeom>
          <a:gradFill>
            <a:gsLst>
              <a:gs pos="0">
                <a:srgbClr val="A6CE39"/>
              </a:gs>
              <a:gs pos="100000">
                <a:srgbClr val="39B54A"/>
              </a:gs>
            </a:gsLst>
            <a:lin ang="8100019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7000" y="2210989"/>
            <a:ext cx="1272252" cy="127225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"/>
          <p:cNvSpPr/>
          <p:nvPr/>
        </p:nvSpPr>
        <p:spPr>
          <a:xfrm>
            <a:off x="7134901" y="4458424"/>
            <a:ext cx="2001900" cy="647400"/>
          </a:xfrm>
          <a:prstGeom prst="rect">
            <a:avLst/>
          </a:prstGeom>
          <a:noFill/>
          <a:ln>
            <a:noFill/>
          </a:ln>
          <a:effectLst>
            <a:outerShdw dir="4541983" dist="18947">
              <a:srgbClr val="000000">
                <a:alpha val="31764"/>
              </a:srgbClr>
            </a:outerShdw>
          </a:effectLst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Bootcamp Fiori 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Día </a:t>
            </a:r>
            <a:r>
              <a:rPr b="1" lang="en-US" sz="1700">
                <a:solidFill>
                  <a:srgbClr val="FFFFFF"/>
                </a:solidFill>
              </a:rPr>
              <a:t>4</a:t>
            </a:r>
            <a:endParaRPr b="1" i="0" sz="17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3be4190b0_1_73"/>
          <p:cNvSpPr txBox="1"/>
          <p:nvPr>
            <p:ph type="title"/>
          </p:nvPr>
        </p:nvSpPr>
        <p:spPr>
          <a:xfrm>
            <a:off x="485225" y="348175"/>
            <a:ext cx="79344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-US" sz="2500">
                <a:latin typeface="Arial"/>
                <a:ea typeface="Arial"/>
                <a:cs typeface="Arial"/>
                <a:sym typeface="Arial"/>
              </a:rPr>
              <a:t>Creación Cuenta Trial en SAP BTP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5" name="Google Shape;135;g2e3be4190b0_1_73"/>
          <p:cNvSpPr txBox="1"/>
          <p:nvPr/>
        </p:nvSpPr>
        <p:spPr>
          <a:xfrm>
            <a:off x="373300" y="1314300"/>
            <a:ext cx="3887700" cy="3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Una Cuenta Trial en SAP Business Technology Platform (BTP) es una cuenta gratuita que permite a los desarrolladores y empresas explorar y experimentar con las capacidades de BTP sin ningún costo. 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Esta cuenta ofrece acceso a un entorno limitado donde se pueden probar diferentes servicios y herramientas de SAP.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Para la creación de una cuenta Trial siga los pasos descritos </a:t>
            </a:r>
            <a:r>
              <a:rPr lang="en-US" u="sng">
                <a:solidFill>
                  <a:srgbClr val="0097A7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n-US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.</a:t>
            </a:r>
            <a:endParaRPr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36" name="Google Shape;136;g2e3be4190b0_1_7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8300" y="1314300"/>
            <a:ext cx="3887699" cy="2219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e3be4190b0_1_73"/>
          <p:cNvSpPr/>
          <p:nvPr/>
        </p:nvSpPr>
        <p:spPr>
          <a:xfrm rot="6547604">
            <a:off x="7036915" y="-342587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2e3f38b686b_0_7"/>
          <p:cNvSpPr txBox="1"/>
          <p:nvPr>
            <p:ph type="title"/>
          </p:nvPr>
        </p:nvSpPr>
        <p:spPr>
          <a:xfrm>
            <a:off x="485225" y="348175"/>
            <a:ext cx="79344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¿Que es OData?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2e3f38b686b_0_7"/>
          <p:cNvSpPr txBox="1"/>
          <p:nvPr/>
        </p:nvSpPr>
        <p:spPr>
          <a:xfrm>
            <a:off x="485225" y="1228225"/>
            <a:ext cx="83601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OData (Open Data Protocol) es un estándar desarrollado por Microsoft que permite la creación y consumo de APIs RESTful de manera estandarizada. 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Facilita el acceso a datos mediante operaciones estándar como </a:t>
            </a:r>
            <a:r>
              <a:rPr b="1"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CRUD</a:t>
            </a: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(Create, Read, Update, Delete) usando </a:t>
            </a:r>
            <a:r>
              <a:rPr b="1"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HTTP</a:t>
            </a: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 y formatos como </a:t>
            </a:r>
            <a:r>
              <a:rPr b="1"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JSON o XML</a:t>
            </a: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. 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Se basa en principios como la URL parametrizable para consultas (filtrado, ordenación, paginación) y la interoperabilidad entre sistemas.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Para la primera parte del bootcamp vamos a usar el servicio Odata: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n-US" sz="5650" u="sng">
                <a:solidFill>
                  <a:srgbClr val="1155CC"/>
                </a:solidFill>
                <a:latin typeface="Trebuchet MS"/>
                <a:ea typeface="Trebuchet MS"/>
                <a:cs typeface="Trebuchet MS"/>
                <a:sym typeface="Trebuchet M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https://services.odata.org/Northwind/Northwind.svc/</a:t>
            </a:r>
            <a:endParaRPr sz="565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36666"/>
              <a:buFont typeface="Arial"/>
              <a:buNone/>
            </a:pPr>
            <a:r>
              <a:t/>
            </a:r>
            <a:endParaRPr sz="3000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5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44" name="Google Shape;144;g2e3f38b686b_0_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525" y="3410014"/>
            <a:ext cx="2389525" cy="1275425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g2e3f38b686b_0_7"/>
          <p:cNvSpPr/>
          <p:nvPr/>
        </p:nvSpPr>
        <p:spPr>
          <a:xfrm rot="6547604">
            <a:off x="6938890" y="-3446254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e3f38b686b_0_14"/>
          <p:cNvSpPr txBox="1"/>
          <p:nvPr>
            <p:ph type="title"/>
          </p:nvPr>
        </p:nvSpPr>
        <p:spPr>
          <a:xfrm>
            <a:off x="485225" y="348175"/>
            <a:ext cx="7934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-US" sz="2800">
                <a:latin typeface="Arial"/>
                <a:ea typeface="Arial"/>
                <a:cs typeface="Arial"/>
                <a:sym typeface="Arial"/>
              </a:rPr>
              <a:t>¿Qué es Destination en SAP BTP?</a:t>
            </a:r>
            <a:endParaRPr/>
          </a:p>
        </p:txBody>
      </p:sp>
      <p:sp>
        <p:nvSpPr>
          <p:cNvPr id="151" name="Google Shape;151;g2e3f38b686b_0_14"/>
          <p:cNvSpPr txBox="1"/>
          <p:nvPr/>
        </p:nvSpPr>
        <p:spPr>
          <a:xfrm>
            <a:off x="485225" y="1228225"/>
            <a:ext cx="8360100" cy="257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Destination en SAP Business Technology Platform (BTP) es un recurso que permite a las aplicaciones conectarse a servicios externos, sistemas o APIs. 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Funciona como un punto de acceso que define cómo una aplicación puede interactuar con otros servicios, facilitando la integración y la comunicación entre diferentes sistemas.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 Para la configuración de del destination siga los pasos descritos </a:t>
            </a:r>
            <a:r>
              <a:rPr lang="en-US" sz="1300" u="sng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aquí</a:t>
            </a:r>
            <a:r>
              <a:rPr lang="en-US" sz="1300">
                <a:solidFill>
                  <a:schemeClr val="dk1"/>
                </a:solidFill>
              </a:rPr>
              <a:t>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Adicional a los parámetros del tutorial anterior se debe agregar el parámetro </a:t>
            </a:r>
            <a:r>
              <a:rPr b="1" lang="en-US" sz="1300">
                <a:solidFill>
                  <a:schemeClr val="dk1"/>
                </a:solidFill>
              </a:rPr>
              <a:t>WebIDEUsage</a:t>
            </a:r>
            <a:r>
              <a:rPr lang="en-US" sz="1300">
                <a:solidFill>
                  <a:schemeClr val="dk1"/>
                </a:solidFill>
              </a:rPr>
              <a:t> para visualizar el destination desde el BAS:</a:t>
            </a:r>
            <a:endParaRPr sz="1500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pic>
        <p:nvPicPr>
          <p:cNvPr id="152" name="Google Shape;152;g2e3f38b686b_0_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87013" y="3321050"/>
            <a:ext cx="3324225" cy="142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2e3f38b686b_0_14"/>
          <p:cNvSpPr/>
          <p:nvPr/>
        </p:nvSpPr>
        <p:spPr>
          <a:xfrm rot="6547604">
            <a:off x="991565" y="2036446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e3f38b686b_0_21"/>
          <p:cNvSpPr txBox="1"/>
          <p:nvPr>
            <p:ph type="title"/>
          </p:nvPr>
        </p:nvSpPr>
        <p:spPr>
          <a:xfrm>
            <a:off x="485225" y="348175"/>
            <a:ext cx="7934400" cy="3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2020">
                <a:latin typeface="Arial"/>
                <a:ea typeface="Arial"/>
                <a:cs typeface="Arial"/>
                <a:sym typeface="Arial"/>
              </a:rPr>
              <a:t>Destination Northwind</a:t>
            </a:r>
            <a:endParaRPr sz="2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9" name="Google Shape;159;g2e3f38b686b_0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7100" y="967549"/>
            <a:ext cx="7246451" cy="3604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g2e3f38b686b_0_21"/>
          <p:cNvSpPr/>
          <p:nvPr/>
        </p:nvSpPr>
        <p:spPr>
          <a:xfrm rot="6547604">
            <a:off x="6420040" y="-3585629"/>
            <a:ext cx="2255090" cy="6597625"/>
          </a:xfrm>
          <a:prstGeom prst="triangle">
            <a:avLst>
              <a:gd fmla="val 50000" name="adj"/>
            </a:avLst>
          </a:prstGeom>
          <a:solidFill>
            <a:srgbClr val="BFD73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165;p12"/>
          <p:cNvGrpSpPr/>
          <p:nvPr/>
        </p:nvGrpSpPr>
        <p:grpSpPr>
          <a:xfrm>
            <a:off x="0" y="0"/>
            <a:ext cx="9144379" cy="5143507"/>
            <a:chOff x="0" y="0"/>
            <a:chExt cx="9144379" cy="5143507"/>
          </a:xfrm>
        </p:grpSpPr>
        <p:pic>
          <p:nvPicPr>
            <p:cNvPr id="166" name="Google Shape;166;p1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9143999" cy="5143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" name="Google Shape;167;p12"/>
            <p:cNvSpPr/>
            <p:nvPr/>
          </p:nvSpPr>
          <p:spPr>
            <a:xfrm>
              <a:off x="5919849" y="7"/>
              <a:ext cx="3224530" cy="5143500"/>
            </a:xfrm>
            <a:custGeom>
              <a:rect b="b" l="l" r="r" t="t"/>
              <a:pathLst>
                <a:path extrusionOk="0" h="5143500" w="3224529">
                  <a:moveTo>
                    <a:pt x="3224149" y="5143492"/>
                  </a:moveTo>
                  <a:lnTo>
                    <a:pt x="1171530" y="5143492"/>
                  </a:lnTo>
                  <a:lnTo>
                    <a:pt x="1156857" y="5132843"/>
                  </a:lnTo>
                  <a:lnTo>
                    <a:pt x="1120782" y="5105781"/>
                  </a:lnTo>
                  <a:lnTo>
                    <a:pt x="1085154" y="5078164"/>
                  </a:lnTo>
                  <a:lnTo>
                    <a:pt x="1049978" y="5049999"/>
                  </a:lnTo>
                  <a:lnTo>
                    <a:pt x="1015262" y="5021290"/>
                  </a:lnTo>
                  <a:lnTo>
                    <a:pt x="981011" y="4992046"/>
                  </a:lnTo>
                  <a:lnTo>
                    <a:pt x="947231" y="4962273"/>
                  </a:lnTo>
                  <a:lnTo>
                    <a:pt x="913930" y="4931976"/>
                  </a:lnTo>
                  <a:lnTo>
                    <a:pt x="881114" y="4901162"/>
                  </a:lnTo>
                  <a:lnTo>
                    <a:pt x="848789" y="4869838"/>
                  </a:lnTo>
                  <a:lnTo>
                    <a:pt x="816961" y="4838010"/>
                  </a:lnTo>
                  <a:lnTo>
                    <a:pt x="785637" y="4805685"/>
                  </a:lnTo>
                  <a:lnTo>
                    <a:pt x="754823" y="4772869"/>
                  </a:lnTo>
                  <a:lnTo>
                    <a:pt x="724526" y="4739568"/>
                  </a:lnTo>
                  <a:lnTo>
                    <a:pt x="694753" y="4705788"/>
                  </a:lnTo>
                  <a:lnTo>
                    <a:pt x="665509" y="4671537"/>
                  </a:lnTo>
                  <a:lnTo>
                    <a:pt x="636800" y="4636821"/>
                  </a:lnTo>
                  <a:lnTo>
                    <a:pt x="608635" y="4601645"/>
                  </a:lnTo>
                  <a:lnTo>
                    <a:pt x="581018" y="4566017"/>
                  </a:lnTo>
                  <a:lnTo>
                    <a:pt x="553956" y="4529942"/>
                  </a:lnTo>
                  <a:lnTo>
                    <a:pt x="527456" y="4493428"/>
                  </a:lnTo>
                  <a:lnTo>
                    <a:pt x="501524" y="4456481"/>
                  </a:lnTo>
                  <a:lnTo>
                    <a:pt x="476166" y="4419106"/>
                  </a:lnTo>
                  <a:lnTo>
                    <a:pt x="451389" y="4381311"/>
                  </a:lnTo>
                  <a:lnTo>
                    <a:pt x="427200" y="4343102"/>
                  </a:lnTo>
                  <a:lnTo>
                    <a:pt x="403604" y="4304486"/>
                  </a:lnTo>
                  <a:lnTo>
                    <a:pt x="380609" y="4265468"/>
                  </a:lnTo>
                  <a:lnTo>
                    <a:pt x="358220" y="4226055"/>
                  </a:lnTo>
                  <a:lnTo>
                    <a:pt x="336444" y="4186254"/>
                  </a:lnTo>
                  <a:lnTo>
                    <a:pt x="315287" y="4146070"/>
                  </a:lnTo>
                  <a:lnTo>
                    <a:pt x="294756" y="4105511"/>
                  </a:lnTo>
                  <a:lnTo>
                    <a:pt x="274857" y="4064583"/>
                  </a:lnTo>
                  <a:lnTo>
                    <a:pt x="255597" y="4023292"/>
                  </a:lnTo>
                  <a:lnTo>
                    <a:pt x="236982" y="3981645"/>
                  </a:lnTo>
                  <a:lnTo>
                    <a:pt x="219018" y="3939647"/>
                  </a:lnTo>
                  <a:lnTo>
                    <a:pt x="201713" y="3897306"/>
                  </a:lnTo>
                  <a:lnTo>
                    <a:pt x="185071" y="3854628"/>
                  </a:lnTo>
                  <a:lnTo>
                    <a:pt x="169100" y="3811620"/>
                  </a:lnTo>
                  <a:lnTo>
                    <a:pt x="153806" y="3768287"/>
                  </a:lnTo>
                  <a:lnTo>
                    <a:pt x="139196" y="3724636"/>
                  </a:lnTo>
                  <a:lnTo>
                    <a:pt x="125276" y="3680673"/>
                  </a:lnTo>
                  <a:lnTo>
                    <a:pt x="112052" y="3636406"/>
                  </a:lnTo>
                  <a:lnTo>
                    <a:pt x="99531" y="3591840"/>
                  </a:lnTo>
                  <a:lnTo>
                    <a:pt x="87719" y="3546981"/>
                  </a:lnTo>
                  <a:lnTo>
                    <a:pt x="76622" y="3501837"/>
                  </a:lnTo>
                  <a:lnTo>
                    <a:pt x="66248" y="3456414"/>
                  </a:lnTo>
                  <a:lnTo>
                    <a:pt x="56602" y="3410717"/>
                  </a:lnTo>
                  <a:lnTo>
                    <a:pt x="47690" y="3364754"/>
                  </a:lnTo>
                  <a:lnTo>
                    <a:pt x="39520" y="3318531"/>
                  </a:lnTo>
                  <a:lnTo>
                    <a:pt x="32098" y="3272053"/>
                  </a:lnTo>
                  <a:lnTo>
                    <a:pt x="25430" y="3225329"/>
                  </a:lnTo>
                  <a:lnTo>
                    <a:pt x="19522" y="3178364"/>
                  </a:lnTo>
                  <a:lnTo>
                    <a:pt x="14381" y="3131164"/>
                  </a:lnTo>
                  <a:lnTo>
                    <a:pt x="10013" y="3083736"/>
                  </a:lnTo>
                  <a:lnTo>
                    <a:pt x="6425" y="3036086"/>
                  </a:lnTo>
                  <a:lnTo>
                    <a:pt x="3624" y="2988222"/>
                  </a:lnTo>
                  <a:lnTo>
                    <a:pt x="1615" y="2940148"/>
                  </a:lnTo>
                  <a:lnTo>
                    <a:pt x="404" y="2891872"/>
                  </a:lnTo>
                  <a:lnTo>
                    <a:pt x="0" y="2843400"/>
                  </a:lnTo>
                  <a:lnTo>
                    <a:pt x="404" y="2794927"/>
                  </a:lnTo>
                  <a:lnTo>
                    <a:pt x="1615" y="2746651"/>
                  </a:lnTo>
                  <a:lnTo>
                    <a:pt x="3624" y="2698578"/>
                  </a:lnTo>
                  <a:lnTo>
                    <a:pt x="6425" y="2650713"/>
                  </a:lnTo>
                  <a:lnTo>
                    <a:pt x="10013" y="2603063"/>
                  </a:lnTo>
                  <a:lnTo>
                    <a:pt x="14381" y="2555635"/>
                  </a:lnTo>
                  <a:lnTo>
                    <a:pt x="19522" y="2508435"/>
                  </a:lnTo>
                  <a:lnTo>
                    <a:pt x="25430" y="2461470"/>
                  </a:lnTo>
                  <a:lnTo>
                    <a:pt x="32098" y="2414746"/>
                  </a:lnTo>
                  <a:lnTo>
                    <a:pt x="39520" y="2368269"/>
                  </a:lnTo>
                  <a:lnTo>
                    <a:pt x="47690" y="2322045"/>
                  </a:lnTo>
                  <a:lnTo>
                    <a:pt x="56602" y="2276082"/>
                  </a:lnTo>
                  <a:lnTo>
                    <a:pt x="66248" y="2230385"/>
                  </a:lnTo>
                  <a:lnTo>
                    <a:pt x="76622" y="2184962"/>
                  </a:lnTo>
                  <a:lnTo>
                    <a:pt x="87719" y="2139818"/>
                  </a:lnTo>
                  <a:lnTo>
                    <a:pt x="99531" y="2094959"/>
                  </a:lnTo>
                  <a:lnTo>
                    <a:pt x="112052" y="2050393"/>
                  </a:lnTo>
                  <a:lnTo>
                    <a:pt x="125276" y="2006126"/>
                  </a:lnTo>
                  <a:lnTo>
                    <a:pt x="139196" y="1962163"/>
                  </a:lnTo>
                  <a:lnTo>
                    <a:pt x="153806" y="1918512"/>
                  </a:lnTo>
                  <a:lnTo>
                    <a:pt x="169100" y="1875179"/>
                  </a:lnTo>
                  <a:lnTo>
                    <a:pt x="185071" y="1832171"/>
                  </a:lnTo>
                  <a:lnTo>
                    <a:pt x="201713" y="1789493"/>
                  </a:lnTo>
                  <a:lnTo>
                    <a:pt x="219018" y="1747152"/>
                  </a:lnTo>
                  <a:lnTo>
                    <a:pt x="236982" y="1705154"/>
                  </a:lnTo>
                  <a:lnTo>
                    <a:pt x="255597" y="1663507"/>
                  </a:lnTo>
                  <a:lnTo>
                    <a:pt x="274857" y="1622216"/>
                  </a:lnTo>
                  <a:lnTo>
                    <a:pt x="294756" y="1581288"/>
                  </a:lnTo>
                  <a:lnTo>
                    <a:pt x="315287" y="1540729"/>
                  </a:lnTo>
                  <a:lnTo>
                    <a:pt x="336444" y="1500545"/>
                  </a:lnTo>
                  <a:lnTo>
                    <a:pt x="358220" y="1460744"/>
                  </a:lnTo>
                  <a:lnTo>
                    <a:pt x="380609" y="1421331"/>
                  </a:lnTo>
                  <a:lnTo>
                    <a:pt x="403604" y="1382313"/>
                  </a:lnTo>
                  <a:lnTo>
                    <a:pt x="427200" y="1343697"/>
                  </a:lnTo>
                  <a:lnTo>
                    <a:pt x="451389" y="1305488"/>
                  </a:lnTo>
                  <a:lnTo>
                    <a:pt x="476166" y="1267693"/>
                  </a:lnTo>
                  <a:lnTo>
                    <a:pt x="501524" y="1230318"/>
                  </a:lnTo>
                  <a:lnTo>
                    <a:pt x="527456" y="1193371"/>
                  </a:lnTo>
                  <a:lnTo>
                    <a:pt x="553956" y="1156857"/>
                  </a:lnTo>
                  <a:lnTo>
                    <a:pt x="581018" y="1120782"/>
                  </a:lnTo>
                  <a:lnTo>
                    <a:pt x="608635" y="1085154"/>
                  </a:lnTo>
                  <a:lnTo>
                    <a:pt x="636800" y="1049978"/>
                  </a:lnTo>
                  <a:lnTo>
                    <a:pt x="665509" y="1015262"/>
                  </a:lnTo>
                  <a:lnTo>
                    <a:pt x="694753" y="981011"/>
                  </a:lnTo>
                  <a:lnTo>
                    <a:pt x="724526" y="947231"/>
                  </a:lnTo>
                  <a:lnTo>
                    <a:pt x="754823" y="913930"/>
                  </a:lnTo>
                  <a:lnTo>
                    <a:pt x="785637" y="881114"/>
                  </a:lnTo>
                  <a:lnTo>
                    <a:pt x="816961" y="848789"/>
                  </a:lnTo>
                  <a:lnTo>
                    <a:pt x="848789" y="816961"/>
                  </a:lnTo>
                  <a:lnTo>
                    <a:pt x="881114" y="785637"/>
                  </a:lnTo>
                  <a:lnTo>
                    <a:pt x="913930" y="754823"/>
                  </a:lnTo>
                  <a:lnTo>
                    <a:pt x="947231" y="724526"/>
                  </a:lnTo>
                  <a:lnTo>
                    <a:pt x="981011" y="694753"/>
                  </a:lnTo>
                  <a:lnTo>
                    <a:pt x="1015262" y="665509"/>
                  </a:lnTo>
                  <a:lnTo>
                    <a:pt x="1049978" y="636800"/>
                  </a:lnTo>
                  <a:lnTo>
                    <a:pt x="1085154" y="608635"/>
                  </a:lnTo>
                  <a:lnTo>
                    <a:pt x="1120782" y="581018"/>
                  </a:lnTo>
                  <a:lnTo>
                    <a:pt x="1156857" y="553956"/>
                  </a:lnTo>
                  <a:lnTo>
                    <a:pt x="1193371" y="527456"/>
                  </a:lnTo>
                  <a:lnTo>
                    <a:pt x="1230318" y="501524"/>
                  </a:lnTo>
                  <a:lnTo>
                    <a:pt x="1267693" y="476166"/>
                  </a:lnTo>
                  <a:lnTo>
                    <a:pt x="1305487" y="451390"/>
                  </a:lnTo>
                  <a:lnTo>
                    <a:pt x="1343696" y="427200"/>
                  </a:lnTo>
                  <a:lnTo>
                    <a:pt x="1382313" y="403604"/>
                  </a:lnTo>
                  <a:lnTo>
                    <a:pt x="1421331" y="380609"/>
                  </a:lnTo>
                  <a:lnTo>
                    <a:pt x="1460744" y="358220"/>
                  </a:lnTo>
                  <a:lnTo>
                    <a:pt x="1500545" y="336444"/>
                  </a:lnTo>
                  <a:lnTo>
                    <a:pt x="1540729" y="315287"/>
                  </a:lnTo>
                  <a:lnTo>
                    <a:pt x="1581288" y="294756"/>
                  </a:lnTo>
                  <a:lnTo>
                    <a:pt x="1622216" y="274857"/>
                  </a:lnTo>
                  <a:lnTo>
                    <a:pt x="1663507" y="255597"/>
                  </a:lnTo>
                  <a:lnTo>
                    <a:pt x="1705154" y="236982"/>
                  </a:lnTo>
                  <a:lnTo>
                    <a:pt x="1747152" y="219018"/>
                  </a:lnTo>
                  <a:lnTo>
                    <a:pt x="1789493" y="201713"/>
                  </a:lnTo>
                  <a:lnTo>
                    <a:pt x="1832171" y="185071"/>
                  </a:lnTo>
                  <a:lnTo>
                    <a:pt x="1875179" y="169100"/>
                  </a:lnTo>
                  <a:lnTo>
                    <a:pt x="1918512" y="153807"/>
                  </a:lnTo>
                  <a:lnTo>
                    <a:pt x="1962163" y="139196"/>
                  </a:lnTo>
                  <a:lnTo>
                    <a:pt x="2006126" y="125276"/>
                  </a:lnTo>
                  <a:lnTo>
                    <a:pt x="2050393" y="112052"/>
                  </a:lnTo>
                  <a:lnTo>
                    <a:pt x="2094959" y="99531"/>
                  </a:lnTo>
                  <a:lnTo>
                    <a:pt x="2139818" y="87719"/>
                  </a:lnTo>
                  <a:lnTo>
                    <a:pt x="2184962" y="76622"/>
                  </a:lnTo>
                  <a:lnTo>
                    <a:pt x="2230385" y="66248"/>
                  </a:lnTo>
                  <a:lnTo>
                    <a:pt x="2276082" y="56602"/>
                  </a:lnTo>
                  <a:lnTo>
                    <a:pt x="2322045" y="47690"/>
                  </a:lnTo>
                  <a:lnTo>
                    <a:pt x="2368268" y="39520"/>
                  </a:lnTo>
                  <a:lnTo>
                    <a:pt x="2414746" y="32098"/>
                  </a:lnTo>
                  <a:lnTo>
                    <a:pt x="2461470" y="25430"/>
                  </a:lnTo>
                  <a:lnTo>
                    <a:pt x="2508435" y="19522"/>
                  </a:lnTo>
                  <a:lnTo>
                    <a:pt x="2555635" y="14381"/>
                  </a:lnTo>
                  <a:lnTo>
                    <a:pt x="2603063" y="10013"/>
                  </a:lnTo>
                  <a:lnTo>
                    <a:pt x="2650713" y="6425"/>
                  </a:lnTo>
                  <a:lnTo>
                    <a:pt x="2698577" y="3624"/>
                  </a:lnTo>
                  <a:lnTo>
                    <a:pt x="2746651" y="1615"/>
                  </a:lnTo>
                  <a:lnTo>
                    <a:pt x="2794927" y="404"/>
                  </a:lnTo>
                  <a:lnTo>
                    <a:pt x="2843399" y="0"/>
                  </a:lnTo>
                  <a:lnTo>
                    <a:pt x="2893626" y="443"/>
                  </a:lnTo>
                  <a:lnTo>
                    <a:pt x="2943751" y="1769"/>
                  </a:lnTo>
                  <a:lnTo>
                    <a:pt x="2993764" y="3974"/>
                  </a:lnTo>
                  <a:lnTo>
                    <a:pt x="3043653" y="7054"/>
                  </a:lnTo>
                  <a:lnTo>
                    <a:pt x="3093409" y="11004"/>
                  </a:lnTo>
                  <a:lnTo>
                    <a:pt x="3143022" y="15820"/>
                  </a:lnTo>
                  <a:lnTo>
                    <a:pt x="3192479" y="21498"/>
                  </a:lnTo>
                  <a:lnTo>
                    <a:pt x="3224149" y="25697"/>
                  </a:lnTo>
                  <a:lnTo>
                    <a:pt x="3224149" y="5143492"/>
                  </a:lnTo>
                  <a:close/>
                </a:path>
              </a:pathLst>
            </a:custGeom>
            <a:solidFill>
              <a:srgbClr val="FFF159">
                <a:alpha val="44313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8" name="Google Shape;168;p12"/>
          <p:cNvSpPr txBox="1"/>
          <p:nvPr>
            <p:ph type="title"/>
          </p:nvPr>
        </p:nvSpPr>
        <p:spPr>
          <a:xfrm>
            <a:off x="1339175" y="1736012"/>
            <a:ext cx="2778760" cy="1121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7145" rtl="0" algn="l">
              <a:lnSpc>
                <a:spcPct val="1174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500">
                <a:solidFill>
                  <a:srgbClr val="0084FF"/>
                </a:solidFill>
              </a:rPr>
              <a:t>MUCHAS</a:t>
            </a:r>
            <a:endParaRPr sz="2500"/>
          </a:p>
          <a:p>
            <a:pPr indent="0" lvl="0" marL="12700" rtl="0" algn="l">
              <a:lnSpc>
                <a:spcPct val="118645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4800">
                <a:solidFill>
                  <a:srgbClr val="2F3578"/>
                </a:solidFill>
              </a:rPr>
              <a:t>GRACIAS!</a:t>
            </a:r>
            <a:endParaRPr sz="4800"/>
          </a:p>
        </p:txBody>
      </p:sp>
      <p:grpSp>
        <p:nvGrpSpPr>
          <p:cNvPr id="169" name="Google Shape;169;p12"/>
          <p:cNvGrpSpPr/>
          <p:nvPr/>
        </p:nvGrpSpPr>
        <p:grpSpPr>
          <a:xfrm>
            <a:off x="0" y="1802586"/>
            <a:ext cx="6145060" cy="2908105"/>
            <a:chOff x="0" y="1802650"/>
            <a:chExt cx="6145060" cy="2769360"/>
          </a:xfrm>
        </p:grpSpPr>
        <p:sp>
          <p:nvSpPr>
            <p:cNvPr id="170" name="Google Shape;170;p12"/>
            <p:cNvSpPr/>
            <p:nvPr/>
          </p:nvSpPr>
          <p:spPr>
            <a:xfrm>
              <a:off x="1122225" y="1802650"/>
              <a:ext cx="0" cy="1023619"/>
            </a:xfrm>
            <a:custGeom>
              <a:rect b="b" l="l" r="r" t="t"/>
              <a:pathLst>
                <a:path extrusionOk="0" h="1023619" w="120000">
                  <a:moveTo>
                    <a:pt x="0" y="0"/>
                  </a:moveTo>
                  <a:lnTo>
                    <a:pt x="0" y="1023299"/>
                  </a:lnTo>
                </a:path>
              </a:pathLst>
            </a:custGeom>
            <a:noFill/>
            <a:ln cap="flat" cmpd="sng" w="761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1" name="Google Shape;17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18201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2" name="Google Shape;17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3" name="Google Shape;17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4" name="Google Shape;17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18134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5" name="Google Shape;175;p12"/>
            <p:cNvSpPr/>
            <p:nvPr/>
          </p:nvSpPr>
          <p:spPr>
            <a:xfrm>
              <a:off x="0" y="18138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76" name="Google Shape;17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0487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8" name="Google Shape;17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9" name="Google Shape;17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0420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" name="Google Shape;180;p12"/>
            <p:cNvSpPr/>
            <p:nvPr/>
          </p:nvSpPr>
          <p:spPr>
            <a:xfrm>
              <a:off x="0" y="20424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1" name="Google Shape;18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2773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3" name="Google Shape;18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4" name="Google Shape;18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2706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2"/>
            <p:cNvSpPr/>
            <p:nvPr/>
          </p:nvSpPr>
          <p:spPr>
            <a:xfrm>
              <a:off x="0" y="22710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86" name="Google Shape;186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5059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7" name="Google Shape;187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8" name="Google Shape;188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9" name="Google Shape;189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4992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0" name="Google Shape;190;p12"/>
            <p:cNvSpPr/>
            <p:nvPr/>
          </p:nvSpPr>
          <p:spPr>
            <a:xfrm>
              <a:off x="0" y="24996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1" name="Google Shape;191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76549" y="2734512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2" name="Google Shape;192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479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3" name="Google Shape;19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193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4" name="Google Shape;194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90749" y="2727849"/>
              <a:ext cx="66599" cy="665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5" name="Google Shape;195;p12"/>
            <p:cNvSpPr/>
            <p:nvPr/>
          </p:nvSpPr>
          <p:spPr>
            <a:xfrm>
              <a:off x="0" y="2728299"/>
              <a:ext cx="29209" cy="65405"/>
            </a:xfrm>
            <a:custGeom>
              <a:rect b="b" l="l" r="r" t="t"/>
              <a:pathLst>
                <a:path extrusionOk="0" h="65405" w="29209">
                  <a:moveTo>
                    <a:pt x="0" y="65231"/>
                  </a:moveTo>
                  <a:lnTo>
                    <a:pt x="0" y="0"/>
                  </a:lnTo>
                  <a:lnTo>
                    <a:pt x="1976" y="195"/>
                  </a:lnTo>
                  <a:lnTo>
                    <a:pt x="28749" y="32849"/>
                  </a:lnTo>
                  <a:lnTo>
                    <a:pt x="26133" y="45811"/>
                  </a:lnTo>
                  <a:lnTo>
                    <a:pt x="18996" y="56396"/>
                  </a:lnTo>
                  <a:lnTo>
                    <a:pt x="8411" y="63532"/>
                  </a:lnTo>
                  <a:lnTo>
                    <a:pt x="0" y="6523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2"/>
            <p:cNvSpPr/>
            <p:nvPr/>
          </p:nvSpPr>
          <p:spPr>
            <a:xfrm>
              <a:off x="5400840" y="1976665"/>
              <a:ext cx="744220" cy="1601470"/>
            </a:xfrm>
            <a:custGeom>
              <a:rect b="b" l="l" r="r" t="t"/>
              <a:pathLst>
                <a:path extrusionOk="0" h="1601470" w="744220">
                  <a:moveTo>
                    <a:pt x="50495" y="1564449"/>
                  </a:moveTo>
                  <a:lnTo>
                    <a:pt x="47828" y="1558036"/>
                  </a:lnTo>
                  <a:lnTo>
                    <a:pt x="38366" y="1548561"/>
                  </a:lnTo>
                  <a:lnTo>
                    <a:pt x="31940" y="1545907"/>
                  </a:lnTo>
                  <a:lnTo>
                    <a:pt x="25247" y="1545907"/>
                  </a:lnTo>
                  <a:lnTo>
                    <a:pt x="15417" y="1547888"/>
                  </a:lnTo>
                  <a:lnTo>
                    <a:pt x="7391" y="1553298"/>
                  </a:lnTo>
                  <a:lnTo>
                    <a:pt x="1981" y="1561325"/>
                  </a:lnTo>
                  <a:lnTo>
                    <a:pt x="0" y="1571155"/>
                  </a:lnTo>
                  <a:lnTo>
                    <a:pt x="1981" y="1580972"/>
                  </a:lnTo>
                  <a:lnTo>
                    <a:pt x="7391" y="1588998"/>
                  </a:lnTo>
                  <a:lnTo>
                    <a:pt x="15417" y="1594408"/>
                  </a:lnTo>
                  <a:lnTo>
                    <a:pt x="25247" y="1596390"/>
                  </a:lnTo>
                  <a:lnTo>
                    <a:pt x="35064" y="1594408"/>
                  </a:lnTo>
                  <a:lnTo>
                    <a:pt x="43091" y="1588998"/>
                  </a:lnTo>
                  <a:lnTo>
                    <a:pt x="48501" y="1580972"/>
                  </a:lnTo>
                  <a:lnTo>
                    <a:pt x="50495" y="1571155"/>
                  </a:lnTo>
                  <a:lnTo>
                    <a:pt x="50495" y="1564449"/>
                  </a:lnTo>
                  <a:close/>
                </a:path>
                <a:path extrusionOk="0" h="1601470" w="744220">
                  <a:moveTo>
                    <a:pt x="50495" y="1391145"/>
                  </a:moveTo>
                  <a:lnTo>
                    <a:pt x="47828" y="1384731"/>
                  </a:lnTo>
                  <a:lnTo>
                    <a:pt x="38366" y="1375257"/>
                  </a:lnTo>
                  <a:lnTo>
                    <a:pt x="31940" y="1372603"/>
                  </a:lnTo>
                  <a:lnTo>
                    <a:pt x="25247" y="1372603"/>
                  </a:lnTo>
                  <a:lnTo>
                    <a:pt x="15417" y="1374584"/>
                  </a:lnTo>
                  <a:lnTo>
                    <a:pt x="7391" y="1379994"/>
                  </a:lnTo>
                  <a:lnTo>
                    <a:pt x="1981" y="1388021"/>
                  </a:lnTo>
                  <a:lnTo>
                    <a:pt x="0" y="1397850"/>
                  </a:lnTo>
                  <a:lnTo>
                    <a:pt x="1981" y="1407668"/>
                  </a:lnTo>
                  <a:lnTo>
                    <a:pt x="7391" y="1415694"/>
                  </a:lnTo>
                  <a:lnTo>
                    <a:pt x="15417" y="1421104"/>
                  </a:lnTo>
                  <a:lnTo>
                    <a:pt x="25247" y="1423085"/>
                  </a:lnTo>
                  <a:lnTo>
                    <a:pt x="35064" y="1421104"/>
                  </a:lnTo>
                  <a:lnTo>
                    <a:pt x="43091" y="1415694"/>
                  </a:lnTo>
                  <a:lnTo>
                    <a:pt x="48501" y="1407668"/>
                  </a:lnTo>
                  <a:lnTo>
                    <a:pt x="50495" y="1397850"/>
                  </a:lnTo>
                  <a:lnTo>
                    <a:pt x="50495" y="1391145"/>
                  </a:lnTo>
                  <a:close/>
                </a:path>
                <a:path extrusionOk="0" h="1601470" w="744220">
                  <a:moveTo>
                    <a:pt x="50495" y="1217853"/>
                  </a:moveTo>
                  <a:lnTo>
                    <a:pt x="47828" y="1211427"/>
                  </a:lnTo>
                  <a:lnTo>
                    <a:pt x="38366" y="1201953"/>
                  </a:lnTo>
                  <a:lnTo>
                    <a:pt x="31940" y="1199299"/>
                  </a:lnTo>
                  <a:lnTo>
                    <a:pt x="25247" y="1199299"/>
                  </a:lnTo>
                  <a:lnTo>
                    <a:pt x="15417" y="1201280"/>
                  </a:lnTo>
                  <a:lnTo>
                    <a:pt x="7391" y="1206690"/>
                  </a:lnTo>
                  <a:lnTo>
                    <a:pt x="1981" y="1214716"/>
                  </a:lnTo>
                  <a:lnTo>
                    <a:pt x="0" y="1224546"/>
                  </a:lnTo>
                  <a:lnTo>
                    <a:pt x="1981" y="1234363"/>
                  </a:lnTo>
                  <a:lnTo>
                    <a:pt x="7391" y="1242390"/>
                  </a:lnTo>
                  <a:lnTo>
                    <a:pt x="15417" y="1247800"/>
                  </a:lnTo>
                  <a:lnTo>
                    <a:pt x="25247" y="1249794"/>
                  </a:lnTo>
                  <a:lnTo>
                    <a:pt x="35064" y="1247800"/>
                  </a:lnTo>
                  <a:lnTo>
                    <a:pt x="43091" y="1242390"/>
                  </a:lnTo>
                  <a:lnTo>
                    <a:pt x="48501" y="1234363"/>
                  </a:lnTo>
                  <a:lnTo>
                    <a:pt x="50495" y="1224546"/>
                  </a:lnTo>
                  <a:lnTo>
                    <a:pt x="50495" y="1217853"/>
                  </a:lnTo>
                  <a:close/>
                </a:path>
                <a:path extrusionOk="0" h="1601470" w="744220">
                  <a:moveTo>
                    <a:pt x="50495" y="1044549"/>
                  </a:moveTo>
                  <a:lnTo>
                    <a:pt x="47828" y="1038123"/>
                  </a:lnTo>
                  <a:lnTo>
                    <a:pt x="38366" y="1028649"/>
                  </a:lnTo>
                  <a:lnTo>
                    <a:pt x="31940" y="1025994"/>
                  </a:lnTo>
                  <a:lnTo>
                    <a:pt x="25247" y="1025994"/>
                  </a:lnTo>
                  <a:lnTo>
                    <a:pt x="15417" y="1027976"/>
                  </a:lnTo>
                  <a:lnTo>
                    <a:pt x="7391" y="1033386"/>
                  </a:lnTo>
                  <a:lnTo>
                    <a:pt x="1981" y="1041412"/>
                  </a:lnTo>
                  <a:lnTo>
                    <a:pt x="0" y="1051242"/>
                  </a:lnTo>
                  <a:lnTo>
                    <a:pt x="1981" y="1061072"/>
                  </a:lnTo>
                  <a:lnTo>
                    <a:pt x="7391" y="1069086"/>
                  </a:lnTo>
                  <a:lnTo>
                    <a:pt x="15417" y="1074496"/>
                  </a:lnTo>
                  <a:lnTo>
                    <a:pt x="25247" y="1076490"/>
                  </a:lnTo>
                  <a:lnTo>
                    <a:pt x="35064" y="1074496"/>
                  </a:lnTo>
                  <a:lnTo>
                    <a:pt x="43091" y="1069086"/>
                  </a:lnTo>
                  <a:lnTo>
                    <a:pt x="48501" y="1061072"/>
                  </a:lnTo>
                  <a:lnTo>
                    <a:pt x="50495" y="1051242"/>
                  </a:lnTo>
                  <a:lnTo>
                    <a:pt x="50495" y="1044549"/>
                  </a:lnTo>
                  <a:close/>
                </a:path>
                <a:path extrusionOk="0" h="1601470" w="744220">
                  <a:moveTo>
                    <a:pt x="50495" y="871245"/>
                  </a:moveTo>
                  <a:lnTo>
                    <a:pt x="47828" y="864819"/>
                  </a:lnTo>
                  <a:lnTo>
                    <a:pt x="38366" y="855345"/>
                  </a:lnTo>
                  <a:lnTo>
                    <a:pt x="31940" y="852690"/>
                  </a:lnTo>
                  <a:lnTo>
                    <a:pt x="25247" y="852690"/>
                  </a:lnTo>
                  <a:lnTo>
                    <a:pt x="15417" y="854671"/>
                  </a:lnTo>
                  <a:lnTo>
                    <a:pt x="7391" y="860082"/>
                  </a:lnTo>
                  <a:lnTo>
                    <a:pt x="1981" y="868108"/>
                  </a:lnTo>
                  <a:lnTo>
                    <a:pt x="0" y="877938"/>
                  </a:lnTo>
                  <a:lnTo>
                    <a:pt x="1981" y="887768"/>
                  </a:lnTo>
                  <a:lnTo>
                    <a:pt x="7391" y="895781"/>
                  </a:lnTo>
                  <a:lnTo>
                    <a:pt x="15417" y="901192"/>
                  </a:lnTo>
                  <a:lnTo>
                    <a:pt x="25247" y="903185"/>
                  </a:lnTo>
                  <a:lnTo>
                    <a:pt x="35064" y="901192"/>
                  </a:lnTo>
                  <a:lnTo>
                    <a:pt x="43091" y="895781"/>
                  </a:lnTo>
                  <a:lnTo>
                    <a:pt x="48501" y="887768"/>
                  </a:lnTo>
                  <a:lnTo>
                    <a:pt x="50495" y="877938"/>
                  </a:lnTo>
                  <a:lnTo>
                    <a:pt x="50495" y="871245"/>
                  </a:lnTo>
                  <a:close/>
                </a:path>
                <a:path extrusionOk="0" h="1601470" w="744220">
                  <a:moveTo>
                    <a:pt x="50495" y="711771"/>
                  </a:moveTo>
                  <a:lnTo>
                    <a:pt x="47828" y="705345"/>
                  </a:lnTo>
                  <a:lnTo>
                    <a:pt x="38366" y="695871"/>
                  </a:lnTo>
                  <a:lnTo>
                    <a:pt x="31940" y="693216"/>
                  </a:lnTo>
                  <a:lnTo>
                    <a:pt x="25247" y="693216"/>
                  </a:lnTo>
                  <a:lnTo>
                    <a:pt x="15417" y="695198"/>
                  </a:lnTo>
                  <a:lnTo>
                    <a:pt x="7391" y="700608"/>
                  </a:lnTo>
                  <a:lnTo>
                    <a:pt x="1981" y="708634"/>
                  </a:lnTo>
                  <a:lnTo>
                    <a:pt x="0" y="718464"/>
                  </a:lnTo>
                  <a:lnTo>
                    <a:pt x="1981" y="728281"/>
                  </a:lnTo>
                  <a:lnTo>
                    <a:pt x="7391" y="736307"/>
                  </a:lnTo>
                  <a:lnTo>
                    <a:pt x="15417" y="741718"/>
                  </a:lnTo>
                  <a:lnTo>
                    <a:pt x="25247" y="743712"/>
                  </a:lnTo>
                  <a:lnTo>
                    <a:pt x="35064" y="741718"/>
                  </a:lnTo>
                  <a:lnTo>
                    <a:pt x="43091" y="736307"/>
                  </a:lnTo>
                  <a:lnTo>
                    <a:pt x="48501" y="728281"/>
                  </a:lnTo>
                  <a:lnTo>
                    <a:pt x="50495" y="718464"/>
                  </a:lnTo>
                  <a:lnTo>
                    <a:pt x="50495" y="711771"/>
                  </a:lnTo>
                  <a:close/>
                </a:path>
                <a:path extrusionOk="0" h="1601470" w="744220">
                  <a:moveTo>
                    <a:pt x="50495" y="538467"/>
                  </a:moveTo>
                  <a:lnTo>
                    <a:pt x="47828" y="532041"/>
                  </a:lnTo>
                  <a:lnTo>
                    <a:pt x="38366" y="522566"/>
                  </a:lnTo>
                  <a:lnTo>
                    <a:pt x="31940" y="519912"/>
                  </a:lnTo>
                  <a:lnTo>
                    <a:pt x="25247" y="519912"/>
                  </a:lnTo>
                  <a:lnTo>
                    <a:pt x="15417" y="521893"/>
                  </a:lnTo>
                  <a:lnTo>
                    <a:pt x="7391" y="527304"/>
                  </a:lnTo>
                  <a:lnTo>
                    <a:pt x="1981" y="535330"/>
                  </a:lnTo>
                  <a:lnTo>
                    <a:pt x="0" y="545160"/>
                  </a:lnTo>
                  <a:lnTo>
                    <a:pt x="1981" y="554990"/>
                  </a:lnTo>
                  <a:lnTo>
                    <a:pt x="7391" y="563003"/>
                  </a:lnTo>
                  <a:lnTo>
                    <a:pt x="15417" y="568413"/>
                  </a:lnTo>
                  <a:lnTo>
                    <a:pt x="25247" y="570407"/>
                  </a:lnTo>
                  <a:lnTo>
                    <a:pt x="35064" y="568413"/>
                  </a:lnTo>
                  <a:lnTo>
                    <a:pt x="43091" y="563003"/>
                  </a:lnTo>
                  <a:lnTo>
                    <a:pt x="48501" y="554990"/>
                  </a:lnTo>
                  <a:lnTo>
                    <a:pt x="50495" y="545160"/>
                  </a:lnTo>
                  <a:lnTo>
                    <a:pt x="50495" y="538467"/>
                  </a:lnTo>
                  <a:close/>
                </a:path>
                <a:path extrusionOk="0" h="1601470" w="744220">
                  <a:moveTo>
                    <a:pt x="50495" y="365163"/>
                  </a:moveTo>
                  <a:lnTo>
                    <a:pt x="47828" y="358736"/>
                  </a:lnTo>
                  <a:lnTo>
                    <a:pt x="38366" y="349262"/>
                  </a:lnTo>
                  <a:lnTo>
                    <a:pt x="31940" y="346608"/>
                  </a:lnTo>
                  <a:lnTo>
                    <a:pt x="25247" y="346608"/>
                  </a:lnTo>
                  <a:lnTo>
                    <a:pt x="15417" y="348589"/>
                  </a:lnTo>
                  <a:lnTo>
                    <a:pt x="7391" y="353999"/>
                  </a:lnTo>
                  <a:lnTo>
                    <a:pt x="1981" y="362026"/>
                  </a:lnTo>
                  <a:lnTo>
                    <a:pt x="0" y="371856"/>
                  </a:lnTo>
                  <a:lnTo>
                    <a:pt x="1981" y="381685"/>
                  </a:lnTo>
                  <a:lnTo>
                    <a:pt x="7391" y="389699"/>
                  </a:lnTo>
                  <a:lnTo>
                    <a:pt x="15417" y="395109"/>
                  </a:lnTo>
                  <a:lnTo>
                    <a:pt x="25247" y="397103"/>
                  </a:lnTo>
                  <a:lnTo>
                    <a:pt x="35064" y="395109"/>
                  </a:lnTo>
                  <a:lnTo>
                    <a:pt x="43091" y="389699"/>
                  </a:lnTo>
                  <a:lnTo>
                    <a:pt x="48501" y="381685"/>
                  </a:lnTo>
                  <a:lnTo>
                    <a:pt x="50495" y="371856"/>
                  </a:lnTo>
                  <a:lnTo>
                    <a:pt x="50495" y="365163"/>
                  </a:lnTo>
                  <a:close/>
                </a:path>
                <a:path extrusionOk="0" h="1601470" w="744220">
                  <a:moveTo>
                    <a:pt x="50495" y="191858"/>
                  </a:moveTo>
                  <a:lnTo>
                    <a:pt x="47828" y="185432"/>
                  </a:lnTo>
                  <a:lnTo>
                    <a:pt x="38366" y="175958"/>
                  </a:lnTo>
                  <a:lnTo>
                    <a:pt x="31940" y="173304"/>
                  </a:lnTo>
                  <a:lnTo>
                    <a:pt x="25247" y="173304"/>
                  </a:lnTo>
                  <a:lnTo>
                    <a:pt x="15417" y="175285"/>
                  </a:lnTo>
                  <a:lnTo>
                    <a:pt x="7391" y="180695"/>
                  </a:lnTo>
                  <a:lnTo>
                    <a:pt x="1981" y="188722"/>
                  </a:lnTo>
                  <a:lnTo>
                    <a:pt x="0" y="198551"/>
                  </a:lnTo>
                  <a:lnTo>
                    <a:pt x="1981" y="208381"/>
                  </a:lnTo>
                  <a:lnTo>
                    <a:pt x="7391" y="216395"/>
                  </a:lnTo>
                  <a:lnTo>
                    <a:pt x="15417" y="221805"/>
                  </a:lnTo>
                  <a:lnTo>
                    <a:pt x="25247" y="223799"/>
                  </a:lnTo>
                  <a:lnTo>
                    <a:pt x="35064" y="221805"/>
                  </a:lnTo>
                  <a:lnTo>
                    <a:pt x="43091" y="216395"/>
                  </a:lnTo>
                  <a:lnTo>
                    <a:pt x="48501" y="208381"/>
                  </a:lnTo>
                  <a:lnTo>
                    <a:pt x="50495" y="198551"/>
                  </a:lnTo>
                  <a:lnTo>
                    <a:pt x="50495" y="191858"/>
                  </a:lnTo>
                  <a:close/>
                </a:path>
                <a:path extrusionOk="0" h="1601470" w="744220">
                  <a:moveTo>
                    <a:pt x="50495" y="18554"/>
                  </a:moveTo>
                  <a:lnTo>
                    <a:pt x="47828" y="12128"/>
                  </a:lnTo>
                  <a:lnTo>
                    <a:pt x="38366" y="2667"/>
                  </a:lnTo>
                  <a:lnTo>
                    <a:pt x="31940" y="0"/>
                  </a:lnTo>
                  <a:lnTo>
                    <a:pt x="25247" y="0"/>
                  </a:lnTo>
                  <a:lnTo>
                    <a:pt x="15417" y="1981"/>
                  </a:lnTo>
                  <a:lnTo>
                    <a:pt x="7391" y="7391"/>
                  </a:lnTo>
                  <a:lnTo>
                    <a:pt x="1981" y="15417"/>
                  </a:lnTo>
                  <a:lnTo>
                    <a:pt x="0" y="25247"/>
                  </a:lnTo>
                  <a:lnTo>
                    <a:pt x="1981" y="35077"/>
                  </a:lnTo>
                  <a:lnTo>
                    <a:pt x="7391" y="43091"/>
                  </a:lnTo>
                  <a:lnTo>
                    <a:pt x="15417" y="48501"/>
                  </a:lnTo>
                  <a:lnTo>
                    <a:pt x="25247" y="50495"/>
                  </a:lnTo>
                  <a:lnTo>
                    <a:pt x="35064" y="48501"/>
                  </a:lnTo>
                  <a:lnTo>
                    <a:pt x="43091" y="43091"/>
                  </a:lnTo>
                  <a:lnTo>
                    <a:pt x="48501" y="35077"/>
                  </a:lnTo>
                  <a:lnTo>
                    <a:pt x="50495" y="25247"/>
                  </a:lnTo>
                  <a:lnTo>
                    <a:pt x="50495" y="18554"/>
                  </a:lnTo>
                  <a:close/>
                </a:path>
                <a:path extrusionOk="0" h="1601470" w="744220">
                  <a:moveTo>
                    <a:pt x="223799" y="1564449"/>
                  </a:moveTo>
                  <a:lnTo>
                    <a:pt x="221132" y="1558036"/>
                  </a:lnTo>
                  <a:lnTo>
                    <a:pt x="211670" y="1548561"/>
                  </a:lnTo>
                  <a:lnTo>
                    <a:pt x="205244" y="1545907"/>
                  </a:lnTo>
                  <a:lnTo>
                    <a:pt x="198551" y="1545907"/>
                  </a:lnTo>
                  <a:lnTo>
                    <a:pt x="188722" y="1547888"/>
                  </a:lnTo>
                  <a:lnTo>
                    <a:pt x="180695" y="1553298"/>
                  </a:lnTo>
                  <a:lnTo>
                    <a:pt x="175285" y="1561325"/>
                  </a:lnTo>
                  <a:lnTo>
                    <a:pt x="173304" y="1571155"/>
                  </a:lnTo>
                  <a:lnTo>
                    <a:pt x="175285" y="1580972"/>
                  </a:lnTo>
                  <a:lnTo>
                    <a:pt x="180695" y="1588998"/>
                  </a:lnTo>
                  <a:lnTo>
                    <a:pt x="188722" y="1594408"/>
                  </a:lnTo>
                  <a:lnTo>
                    <a:pt x="198551" y="1596390"/>
                  </a:lnTo>
                  <a:lnTo>
                    <a:pt x="208368" y="1594408"/>
                  </a:lnTo>
                  <a:lnTo>
                    <a:pt x="216395" y="1588998"/>
                  </a:lnTo>
                  <a:lnTo>
                    <a:pt x="221805" y="1580972"/>
                  </a:lnTo>
                  <a:lnTo>
                    <a:pt x="223799" y="1571155"/>
                  </a:lnTo>
                  <a:lnTo>
                    <a:pt x="223799" y="1564449"/>
                  </a:lnTo>
                  <a:close/>
                </a:path>
                <a:path extrusionOk="0" h="1601470" w="744220">
                  <a:moveTo>
                    <a:pt x="223799" y="1391145"/>
                  </a:moveTo>
                  <a:lnTo>
                    <a:pt x="221132" y="1384731"/>
                  </a:lnTo>
                  <a:lnTo>
                    <a:pt x="211670" y="1375257"/>
                  </a:lnTo>
                  <a:lnTo>
                    <a:pt x="205244" y="1372603"/>
                  </a:lnTo>
                  <a:lnTo>
                    <a:pt x="198551" y="1372603"/>
                  </a:lnTo>
                  <a:lnTo>
                    <a:pt x="188722" y="1374584"/>
                  </a:lnTo>
                  <a:lnTo>
                    <a:pt x="180695" y="1379994"/>
                  </a:lnTo>
                  <a:lnTo>
                    <a:pt x="175285" y="1388021"/>
                  </a:lnTo>
                  <a:lnTo>
                    <a:pt x="173304" y="1397850"/>
                  </a:lnTo>
                  <a:lnTo>
                    <a:pt x="175285" y="1407668"/>
                  </a:lnTo>
                  <a:lnTo>
                    <a:pt x="180695" y="1415694"/>
                  </a:lnTo>
                  <a:lnTo>
                    <a:pt x="188722" y="1421104"/>
                  </a:lnTo>
                  <a:lnTo>
                    <a:pt x="198551" y="1423085"/>
                  </a:lnTo>
                  <a:lnTo>
                    <a:pt x="208368" y="1421104"/>
                  </a:lnTo>
                  <a:lnTo>
                    <a:pt x="216395" y="1415694"/>
                  </a:lnTo>
                  <a:lnTo>
                    <a:pt x="221805" y="1407668"/>
                  </a:lnTo>
                  <a:lnTo>
                    <a:pt x="223799" y="1397850"/>
                  </a:lnTo>
                  <a:lnTo>
                    <a:pt x="223799" y="1391145"/>
                  </a:lnTo>
                  <a:close/>
                </a:path>
                <a:path extrusionOk="0" h="1601470" w="744220">
                  <a:moveTo>
                    <a:pt x="223799" y="1217853"/>
                  </a:moveTo>
                  <a:lnTo>
                    <a:pt x="221132" y="1211427"/>
                  </a:lnTo>
                  <a:lnTo>
                    <a:pt x="211670" y="1201953"/>
                  </a:lnTo>
                  <a:lnTo>
                    <a:pt x="205244" y="1199299"/>
                  </a:lnTo>
                  <a:lnTo>
                    <a:pt x="198551" y="1199299"/>
                  </a:lnTo>
                  <a:lnTo>
                    <a:pt x="188722" y="1201280"/>
                  </a:lnTo>
                  <a:lnTo>
                    <a:pt x="180695" y="1206690"/>
                  </a:lnTo>
                  <a:lnTo>
                    <a:pt x="175285" y="1214716"/>
                  </a:lnTo>
                  <a:lnTo>
                    <a:pt x="173304" y="1224546"/>
                  </a:lnTo>
                  <a:lnTo>
                    <a:pt x="175285" y="1234363"/>
                  </a:lnTo>
                  <a:lnTo>
                    <a:pt x="180695" y="1242390"/>
                  </a:lnTo>
                  <a:lnTo>
                    <a:pt x="188722" y="1247800"/>
                  </a:lnTo>
                  <a:lnTo>
                    <a:pt x="198551" y="1249794"/>
                  </a:lnTo>
                  <a:lnTo>
                    <a:pt x="208368" y="1247800"/>
                  </a:lnTo>
                  <a:lnTo>
                    <a:pt x="216395" y="1242390"/>
                  </a:lnTo>
                  <a:lnTo>
                    <a:pt x="221805" y="1234363"/>
                  </a:lnTo>
                  <a:lnTo>
                    <a:pt x="223799" y="1224546"/>
                  </a:lnTo>
                  <a:lnTo>
                    <a:pt x="223799" y="1217853"/>
                  </a:lnTo>
                  <a:close/>
                </a:path>
                <a:path extrusionOk="0" h="1601470" w="744220">
                  <a:moveTo>
                    <a:pt x="223799" y="1044549"/>
                  </a:moveTo>
                  <a:lnTo>
                    <a:pt x="221132" y="1038123"/>
                  </a:lnTo>
                  <a:lnTo>
                    <a:pt x="211670" y="1028649"/>
                  </a:lnTo>
                  <a:lnTo>
                    <a:pt x="205244" y="1025994"/>
                  </a:lnTo>
                  <a:lnTo>
                    <a:pt x="198551" y="1025994"/>
                  </a:lnTo>
                  <a:lnTo>
                    <a:pt x="188722" y="1027976"/>
                  </a:lnTo>
                  <a:lnTo>
                    <a:pt x="180695" y="1033386"/>
                  </a:lnTo>
                  <a:lnTo>
                    <a:pt x="175285" y="1041412"/>
                  </a:lnTo>
                  <a:lnTo>
                    <a:pt x="173304" y="1051242"/>
                  </a:lnTo>
                  <a:lnTo>
                    <a:pt x="175285" y="1061072"/>
                  </a:lnTo>
                  <a:lnTo>
                    <a:pt x="180695" y="1069086"/>
                  </a:lnTo>
                  <a:lnTo>
                    <a:pt x="188722" y="1074496"/>
                  </a:lnTo>
                  <a:lnTo>
                    <a:pt x="198551" y="1076490"/>
                  </a:lnTo>
                  <a:lnTo>
                    <a:pt x="208368" y="1074496"/>
                  </a:lnTo>
                  <a:lnTo>
                    <a:pt x="216395" y="1069086"/>
                  </a:lnTo>
                  <a:lnTo>
                    <a:pt x="221805" y="1061072"/>
                  </a:lnTo>
                  <a:lnTo>
                    <a:pt x="223799" y="1051242"/>
                  </a:lnTo>
                  <a:lnTo>
                    <a:pt x="223799" y="1044549"/>
                  </a:lnTo>
                  <a:close/>
                </a:path>
                <a:path extrusionOk="0" h="1601470" w="744220">
                  <a:moveTo>
                    <a:pt x="223799" y="871245"/>
                  </a:moveTo>
                  <a:lnTo>
                    <a:pt x="221132" y="864819"/>
                  </a:lnTo>
                  <a:lnTo>
                    <a:pt x="211670" y="855345"/>
                  </a:lnTo>
                  <a:lnTo>
                    <a:pt x="205244" y="852690"/>
                  </a:lnTo>
                  <a:lnTo>
                    <a:pt x="198551" y="852690"/>
                  </a:lnTo>
                  <a:lnTo>
                    <a:pt x="188722" y="854671"/>
                  </a:lnTo>
                  <a:lnTo>
                    <a:pt x="180695" y="860082"/>
                  </a:lnTo>
                  <a:lnTo>
                    <a:pt x="175285" y="868108"/>
                  </a:lnTo>
                  <a:lnTo>
                    <a:pt x="173304" y="877938"/>
                  </a:lnTo>
                  <a:lnTo>
                    <a:pt x="175285" y="887768"/>
                  </a:lnTo>
                  <a:lnTo>
                    <a:pt x="180695" y="895781"/>
                  </a:lnTo>
                  <a:lnTo>
                    <a:pt x="188722" y="901192"/>
                  </a:lnTo>
                  <a:lnTo>
                    <a:pt x="198551" y="903185"/>
                  </a:lnTo>
                  <a:lnTo>
                    <a:pt x="208368" y="901192"/>
                  </a:lnTo>
                  <a:lnTo>
                    <a:pt x="216395" y="895781"/>
                  </a:lnTo>
                  <a:lnTo>
                    <a:pt x="221805" y="887768"/>
                  </a:lnTo>
                  <a:lnTo>
                    <a:pt x="223799" y="877938"/>
                  </a:lnTo>
                  <a:lnTo>
                    <a:pt x="223799" y="871245"/>
                  </a:lnTo>
                  <a:close/>
                </a:path>
                <a:path extrusionOk="0" h="1601470" w="744220">
                  <a:moveTo>
                    <a:pt x="223799" y="711771"/>
                  </a:moveTo>
                  <a:lnTo>
                    <a:pt x="221132" y="705345"/>
                  </a:lnTo>
                  <a:lnTo>
                    <a:pt x="211670" y="695871"/>
                  </a:lnTo>
                  <a:lnTo>
                    <a:pt x="205244" y="693216"/>
                  </a:lnTo>
                  <a:lnTo>
                    <a:pt x="198551" y="693216"/>
                  </a:lnTo>
                  <a:lnTo>
                    <a:pt x="188722" y="695198"/>
                  </a:lnTo>
                  <a:lnTo>
                    <a:pt x="180695" y="700608"/>
                  </a:lnTo>
                  <a:lnTo>
                    <a:pt x="175285" y="708634"/>
                  </a:lnTo>
                  <a:lnTo>
                    <a:pt x="173304" y="718464"/>
                  </a:lnTo>
                  <a:lnTo>
                    <a:pt x="175285" y="728281"/>
                  </a:lnTo>
                  <a:lnTo>
                    <a:pt x="180695" y="736307"/>
                  </a:lnTo>
                  <a:lnTo>
                    <a:pt x="188722" y="741718"/>
                  </a:lnTo>
                  <a:lnTo>
                    <a:pt x="198551" y="743712"/>
                  </a:lnTo>
                  <a:lnTo>
                    <a:pt x="208368" y="741718"/>
                  </a:lnTo>
                  <a:lnTo>
                    <a:pt x="216395" y="736307"/>
                  </a:lnTo>
                  <a:lnTo>
                    <a:pt x="221805" y="728281"/>
                  </a:lnTo>
                  <a:lnTo>
                    <a:pt x="223799" y="718464"/>
                  </a:lnTo>
                  <a:lnTo>
                    <a:pt x="223799" y="711771"/>
                  </a:lnTo>
                  <a:close/>
                </a:path>
                <a:path extrusionOk="0" h="1601470" w="744220">
                  <a:moveTo>
                    <a:pt x="223799" y="538467"/>
                  </a:moveTo>
                  <a:lnTo>
                    <a:pt x="221132" y="532041"/>
                  </a:lnTo>
                  <a:lnTo>
                    <a:pt x="211670" y="522566"/>
                  </a:lnTo>
                  <a:lnTo>
                    <a:pt x="205244" y="519912"/>
                  </a:lnTo>
                  <a:lnTo>
                    <a:pt x="198551" y="519912"/>
                  </a:lnTo>
                  <a:lnTo>
                    <a:pt x="188722" y="521893"/>
                  </a:lnTo>
                  <a:lnTo>
                    <a:pt x="180695" y="527304"/>
                  </a:lnTo>
                  <a:lnTo>
                    <a:pt x="175285" y="535330"/>
                  </a:lnTo>
                  <a:lnTo>
                    <a:pt x="173304" y="545160"/>
                  </a:lnTo>
                  <a:lnTo>
                    <a:pt x="175285" y="554990"/>
                  </a:lnTo>
                  <a:lnTo>
                    <a:pt x="180695" y="563003"/>
                  </a:lnTo>
                  <a:lnTo>
                    <a:pt x="188722" y="568413"/>
                  </a:lnTo>
                  <a:lnTo>
                    <a:pt x="198551" y="570407"/>
                  </a:lnTo>
                  <a:lnTo>
                    <a:pt x="208368" y="568413"/>
                  </a:lnTo>
                  <a:lnTo>
                    <a:pt x="216395" y="563003"/>
                  </a:lnTo>
                  <a:lnTo>
                    <a:pt x="221805" y="554990"/>
                  </a:lnTo>
                  <a:lnTo>
                    <a:pt x="223799" y="545160"/>
                  </a:lnTo>
                  <a:lnTo>
                    <a:pt x="223799" y="538467"/>
                  </a:lnTo>
                  <a:close/>
                </a:path>
                <a:path extrusionOk="0" h="1601470" w="744220">
                  <a:moveTo>
                    <a:pt x="223799" y="365163"/>
                  </a:moveTo>
                  <a:lnTo>
                    <a:pt x="221132" y="358736"/>
                  </a:lnTo>
                  <a:lnTo>
                    <a:pt x="211670" y="349262"/>
                  </a:lnTo>
                  <a:lnTo>
                    <a:pt x="205244" y="346608"/>
                  </a:lnTo>
                  <a:lnTo>
                    <a:pt x="198551" y="346608"/>
                  </a:lnTo>
                  <a:lnTo>
                    <a:pt x="188722" y="348589"/>
                  </a:lnTo>
                  <a:lnTo>
                    <a:pt x="180695" y="353999"/>
                  </a:lnTo>
                  <a:lnTo>
                    <a:pt x="175285" y="362026"/>
                  </a:lnTo>
                  <a:lnTo>
                    <a:pt x="173304" y="371856"/>
                  </a:lnTo>
                  <a:lnTo>
                    <a:pt x="175285" y="381685"/>
                  </a:lnTo>
                  <a:lnTo>
                    <a:pt x="180695" y="389699"/>
                  </a:lnTo>
                  <a:lnTo>
                    <a:pt x="188722" y="395109"/>
                  </a:lnTo>
                  <a:lnTo>
                    <a:pt x="198551" y="397103"/>
                  </a:lnTo>
                  <a:lnTo>
                    <a:pt x="208368" y="395109"/>
                  </a:lnTo>
                  <a:lnTo>
                    <a:pt x="216395" y="389699"/>
                  </a:lnTo>
                  <a:lnTo>
                    <a:pt x="221805" y="381685"/>
                  </a:lnTo>
                  <a:lnTo>
                    <a:pt x="223799" y="371856"/>
                  </a:lnTo>
                  <a:lnTo>
                    <a:pt x="223799" y="365163"/>
                  </a:lnTo>
                  <a:close/>
                </a:path>
                <a:path extrusionOk="0" h="1601470" w="744220">
                  <a:moveTo>
                    <a:pt x="223799" y="191858"/>
                  </a:moveTo>
                  <a:lnTo>
                    <a:pt x="221132" y="185432"/>
                  </a:lnTo>
                  <a:lnTo>
                    <a:pt x="211670" y="175958"/>
                  </a:lnTo>
                  <a:lnTo>
                    <a:pt x="205244" y="173304"/>
                  </a:lnTo>
                  <a:lnTo>
                    <a:pt x="198551" y="173304"/>
                  </a:lnTo>
                  <a:lnTo>
                    <a:pt x="188722" y="175285"/>
                  </a:lnTo>
                  <a:lnTo>
                    <a:pt x="180695" y="180695"/>
                  </a:lnTo>
                  <a:lnTo>
                    <a:pt x="175285" y="188722"/>
                  </a:lnTo>
                  <a:lnTo>
                    <a:pt x="173304" y="198551"/>
                  </a:lnTo>
                  <a:lnTo>
                    <a:pt x="175285" y="208381"/>
                  </a:lnTo>
                  <a:lnTo>
                    <a:pt x="180695" y="216395"/>
                  </a:lnTo>
                  <a:lnTo>
                    <a:pt x="188722" y="221805"/>
                  </a:lnTo>
                  <a:lnTo>
                    <a:pt x="198551" y="223799"/>
                  </a:lnTo>
                  <a:lnTo>
                    <a:pt x="208368" y="221805"/>
                  </a:lnTo>
                  <a:lnTo>
                    <a:pt x="216395" y="216395"/>
                  </a:lnTo>
                  <a:lnTo>
                    <a:pt x="221805" y="208381"/>
                  </a:lnTo>
                  <a:lnTo>
                    <a:pt x="223799" y="198551"/>
                  </a:lnTo>
                  <a:lnTo>
                    <a:pt x="223799" y="191858"/>
                  </a:lnTo>
                  <a:close/>
                </a:path>
                <a:path extrusionOk="0" h="1601470" w="744220">
                  <a:moveTo>
                    <a:pt x="223799" y="18554"/>
                  </a:moveTo>
                  <a:lnTo>
                    <a:pt x="221132" y="12128"/>
                  </a:lnTo>
                  <a:lnTo>
                    <a:pt x="211670" y="2667"/>
                  </a:lnTo>
                  <a:lnTo>
                    <a:pt x="205244" y="0"/>
                  </a:lnTo>
                  <a:lnTo>
                    <a:pt x="198551" y="0"/>
                  </a:lnTo>
                  <a:lnTo>
                    <a:pt x="188722" y="1981"/>
                  </a:lnTo>
                  <a:lnTo>
                    <a:pt x="180695" y="7391"/>
                  </a:lnTo>
                  <a:lnTo>
                    <a:pt x="175285" y="15417"/>
                  </a:lnTo>
                  <a:lnTo>
                    <a:pt x="173304" y="25247"/>
                  </a:lnTo>
                  <a:lnTo>
                    <a:pt x="175285" y="35077"/>
                  </a:lnTo>
                  <a:lnTo>
                    <a:pt x="180695" y="43091"/>
                  </a:lnTo>
                  <a:lnTo>
                    <a:pt x="188722" y="48501"/>
                  </a:lnTo>
                  <a:lnTo>
                    <a:pt x="198551" y="50495"/>
                  </a:lnTo>
                  <a:lnTo>
                    <a:pt x="208368" y="48501"/>
                  </a:lnTo>
                  <a:lnTo>
                    <a:pt x="216395" y="43091"/>
                  </a:lnTo>
                  <a:lnTo>
                    <a:pt x="221805" y="35077"/>
                  </a:lnTo>
                  <a:lnTo>
                    <a:pt x="223799" y="25247"/>
                  </a:lnTo>
                  <a:lnTo>
                    <a:pt x="223799" y="18554"/>
                  </a:lnTo>
                  <a:close/>
                </a:path>
                <a:path extrusionOk="0" h="1601470" w="744220">
                  <a:moveTo>
                    <a:pt x="397090" y="1564449"/>
                  </a:moveTo>
                  <a:lnTo>
                    <a:pt x="394436" y="1558036"/>
                  </a:lnTo>
                  <a:lnTo>
                    <a:pt x="384962" y="1548561"/>
                  </a:lnTo>
                  <a:lnTo>
                    <a:pt x="378548" y="1545907"/>
                  </a:lnTo>
                  <a:lnTo>
                    <a:pt x="371856" y="1545907"/>
                  </a:lnTo>
                  <a:lnTo>
                    <a:pt x="362026" y="1547888"/>
                  </a:lnTo>
                  <a:lnTo>
                    <a:pt x="353999" y="1553298"/>
                  </a:lnTo>
                  <a:lnTo>
                    <a:pt x="348589" y="1561325"/>
                  </a:lnTo>
                  <a:lnTo>
                    <a:pt x="346608" y="1571155"/>
                  </a:lnTo>
                  <a:lnTo>
                    <a:pt x="348589" y="1580972"/>
                  </a:lnTo>
                  <a:lnTo>
                    <a:pt x="353999" y="1588998"/>
                  </a:lnTo>
                  <a:lnTo>
                    <a:pt x="362026" y="1594408"/>
                  </a:lnTo>
                  <a:lnTo>
                    <a:pt x="371856" y="1596390"/>
                  </a:lnTo>
                  <a:lnTo>
                    <a:pt x="381673" y="1594408"/>
                  </a:lnTo>
                  <a:lnTo>
                    <a:pt x="389699" y="1588998"/>
                  </a:lnTo>
                  <a:lnTo>
                    <a:pt x="395109" y="1580972"/>
                  </a:lnTo>
                  <a:lnTo>
                    <a:pt x="397090" y="1571155"/>
                  </a:lnTo>
                  <a:lnTo>
                    <a:pt x="397090" y="1564449"/>
                  </a:lnTo>
                  <a:close/>
                </a:path>
                <a:path extrusionOk="0" h="1601470" w="744220">
                  <a:moveTo>
                    <a:pt x="397090" y="1391145"/>
                  </a:moveTo>
                  <a:lnTo>
                    <a:pt x="394436" y="1384731"/>
                  </a:lnTo>
                  <a:lnTo>
                    <a:pt x="384962" y="1375257"/>
                  </a:lnTo>
                  <a:lnTo>
                    <a:pt x="378548" y="1372603"/>
                  </a:lnTo>
                  <a:lnTo>
                    <a:pt x="371856" y="1372603"/>
                  </a:lnTo>
                  <a:lnTo>
                    <a:pt x="362026" y="1374584"/>
                  </a:lnTo>
                  <a:lnTo>
                    <a:pt x="353999" y="1379994"/>
                  </a:lnTo>
                  <a:lnTo>
                    <a:pt x="348589" y="1388021"/>
                  </a:lnTo>
                  <a:lnTo>
                    <a:pt x="346608" y="1397850"/>
                  </a:lnTo>
                  <a:lnTo>
                    <a:pt x="348589" y="1407668"/>
                  </a:lnTo>
                  <a:lnTo>
                    <a:pt x="353999" y="1415694"/>
                  </a:lnTo>
                  <a:lnTo>
                    <a:pt x="362026" y="1421104"/>
                  </a:lnTo>
                  <a:lnTo>
                    <a:pt x="371856" y="1423085"/>
                  </a:lnTo>
                  <a:lnTo>
                    <a:pt x="381673" y="1421104"/>
                  </a:lnTo>
                  <a:lnTo>
                    <a:pt x="389699" y="1415694"/>
                  </a:lnTo>
                  <a:lnTo>
                    <a:pt x="395109" y="1407668"/>
                  </a:lnTo>
                  <a:lnTo>
                    <a:pt x="397090" y="1397850"/>
                  </a:lnTo>
                  <a:lnTo>
                    <a:pt x="397090" y="1391145"/>
                  </a:lnTo>
                  <a:close/>
                </a:path>
                <a:path extrusionOk="0" h="1601470" w="744220">
                  <a:moveTo>
                    <a:pt x="397090" y="1217853"/>
                  </a:moveTo>
                  <a:lnTo>
                    <a:pt x="394436" y="1211427"/>
                  </a:lnTo>
                  <a:lnTo>
                    <a:pt x="384962" y="1201953"/>
                  </a:lnTo>
                  <a:lnTo>
                    <a:pt x="378548" y="1199299"/>
                  </a:lnTo>
                  <a:lnTo>
                    <a:pt x="371856" y="1199299"/>
                  </a:lnTo>
                  <a:lnTo>
                    <a:pt x="362026" y="1201280"/>
                  </a:lnTo>
                  <a:lnTo>
                    <a:pt x="353999" y="1206690"/>
                  </a:lnTo>
                  <a:lnTo>
                    <a:pt x="348589" y="1214716"/>
                  </a:lnTo>
                  <a:lnTo>
                    <a:pt x="346608" y="1224546"/>
                  </a:lnTo>
                  <a:lnTo>
                    <a:pt x="348589" y="1234363"/>
                  </a:lnTo>
                  <a:lnTo>
                    <a:pt x="353999" y="1242390"/>
                  </a:lnTo>
                  <a:lnTo>
                    <a:pt x="362026" y="1247800"/>
                  </a:lnTo>
                  <a:lnTo>
                    <a:pt x="371856" y="1249794"/>
                  </a:lnTo>
                  <a:lnTo>
                    <a:pt x="381673" y="1247800"/>
                  </a:lnTo>
                  <a:lnTo>
                    <a:pt x="389699" y="1242390"/>
                  </a:lnTo>
                  <a:lnTo>
                    <a:pt x="395109" y="1234363"/>
                  </a:lnTo>
                  <a:lnTo>
                    <a:pt x="397090" y="1224546"/>
                  </a:lnTo>
                  <a:lnTo>
                    <a:pt x="397090" y="1217853"/>
                  </a:lnTo>
                  <a:close/>
                </a:path>
                <a:path extrusionOk="0" h="1601470" w="744220">
                  <a:moveTo>
                    <a:pt x="397090" y="1044549"/>
                  </a:moveTo>
                  <a:lnTo>
                    <a:pt x="394436" y="1038123"/>
                  </a:lnTo>
                  <a:lnTo>
                    <a:pt x="384962" y="1028649"/>
                  </a:lnTo>
                  <a:lnTo>
                    <a:pt x="378548" y="1025994"/>
                  </a:lnTo>
                  <a:lnTo>
                    <a:pt x="371856" y="1025994"/>
                  </a:lnTo>
                  <a:lnTo>
                    <a:pt x="362026" y="1027976"/>
                  </a:lnTo>
                  <a:lnTo>
                    <a:pt x="353999" y="1033386"/>
                  </a:lnTo>
                  <a:lnTo>
                    <a:pt x="348589" y="1041412"/>
                  </a:lnTo>
                  <a:lnTo>
                    <a:pt x="346608" y="1051242"/>
                  </a:lnTo>
                  <a:lnTo>
                    <a:pt x="348589" y="1061072"/>
                  </a:lnTo>
                  <a:lnTo>
                    <a:pt x="353999" y="1069086"/>
                  </a:lnTo>
                  <a:lnTo>
                    <a:pt x="362026" y="1074496"/>
                  </a:lnTo>
                  <a:lnTo>
                    <a:pt x="371856" y="1076490"/>
                  </a:lnTo>
                  <a:lnTo>
                    <a:pt x="381673" y="1074496"/>
                  </a:lnTo>
                  <a:lnTo>
                    <a:pt x="389699" y="1069086"/>
                  </a:lnTo>
                  <a:lnTo>
                    <a:pt x="395109" y="1061072"/>
                  </a:lnTo>
                  <a:lnTo>
                    <a:pt x="397090" y="1051242"/>
                  </a:lnTo>
                  <a:lnTo>
                    <a:pt x="397090" y="1044549"/>
                  </a:lnTo>
                  <a:close/>
                </a:path>
                <a:path extrusionOk="0" h="1601470" w="744220">
                  <a:moveTo>
                    <a:pt x="397090" y="871245"/>
                  </a:moveTo>
                  <a:lnTo>
                    <a:pt x="394436" y="864819"/>
                  </a:lnTo>
                  <a:lnTo>
                    <a:pt x="384962" y="855345"/>
                  </a:lnTo>
                  <a:lnTo>
                    <a:pt x="378548" y="852690"/>
                  </a:lnTo>
                  <a:lnTo>
                    <a:pt x="371856" y="852690"/>
                  </a:lnTo>
                  <a:lnTo>
                    <a:pt x="362026" y="854671"/>
                  </a:lnTo>
                  <a:lnTo>
                    <a:pt x="353999" y="860082"/>
                  </a:lnTo>
                  <a:lnTo>
                    <a:pt x="348589" y="868108"/>
                  </a:lnTo>
                  <a:lnTo>
                    <a:pt x="346608" y="877938"/>
                  </a:lnTo>
                  <a:lnTo>
                    <a:pt x="348589" y="887768"/>
                  </a:lnTo>
                  <a:lnTo>
                    <a:pt x="353999" y="895781"/>
                  </a:lnTo>
                  <a:lnTo>
                    <a:pt x="362026" y="901192"/>
                  </a:lnTo>
                  <a:lnTo>
                    <a:pt x="371856" y="903185"/>
                  </a:lnTo>
                  <a:lnTo>
                    <a:pt x="381673" y="901192"/>
                  </a:lnTo>
                  <a:lnTo>
                    <a:pt x="389699" y="895781"/>
                  </a:lnTo>
                  <a:lnTo>
                    <a:pt x="395109" y="887768"/>
                  </a:lnTo>
                  <a:lnTo>
                    <a:pt x="397090" y="877938"/>
                  </a:lnTo>
                  <a:lnTo>
                    <a:pt x="397090" y="871245"/>
                  </a:lnTo>
                  <a:close/>
                </a:path>
                <a:path extrusionOk="0" h="1601470" w="744220">
                  <a:moveTo>
                    <a:pt x="397090" y="711771"/>
                  </a:moveTo>
                  <a:lnTo>
                    <a:pt x="394436" y="705345"/>
                  </a:lnTo>
                  <a:lnTo>
                    <a:pt x="384962" y="695871"/>
                  </a:lnTo>
                  <a:lnTo>
                    <a:pt x="378548" y="693216"/>
                  </a:lnTo>
                  <a:lnTo>
                    <a:pt x="371856" y="693216"/>
                  </a:lnTo>
                  <a:lnTo>
                    <a:pt x="362026" y="695198"/>
                  </a:lnTo>
                  <a:lnTo>
                    <a:pt x="353999" y="700608"/>
                  </a:lnTo>
                  <a:lnTo>
                    <a:pt x="348589" y="708634"/>
                  </a:lnTo>
                  <a:lnTo>
                    <a:pt x="346608" y="718464"/>
                  </a:lnTo>
                  <a:lnTo>
                    <a:pt x="348589" y="728281"/>
                  </a:lnTo>
                  <a:lnTo>
                    <a:pt x="353999" y="736307"/>
                  </a:lnTo>
                  <a:lnTo>
                    <a:pt x="362026" y="741718"/>
                  </a:lnTo>
                  <a:lnTo>
                    <a:pt x="371856" y="743712"/>
                  </a:lnTo>
                  <a:lnTo>
                    <a:pt x="381673" y="741718"/>
                  </a:lnTo>
                  <a:lnTo>
                    <a:pt x="389699" y="736307"/>
                  </a:lnTo>
                  <a:lnTo>
                    <a:pt x="395109" y="728281"/>
                  </a:lnTo>
                  <a:lnTo>
                    <a:pt x="397090" y="718464"/>
                  </a:lnTo>
                  <a:lnTo>
                    <a:pt x="397090" y="711771"/>
                  </a:lnTo>
                  <a:close/>
                </a:path>
                <a:path extrusionOk="0" h="1601470" w="744220">
                  <a:moveTo>
                    <a:pt x="397090" y="538467"/>
                  </a:moveTo>
                  <a:lnTo>
                    <a:pt x="394436" y="532041"/>
                  </a:lnTo>
                  <a:lnTo>
                    <a:pt x="384962" y="522566"/>
                  </a:lnTo>
                  <a:lnTo>
                    <a:pt x="378548" y="519912"/>
                  </a:lnTo>
                  <a:lnTo>
                    <a:pt x="371856" y="519912"/>
                  </a:lnTo>
                  <a:lnTo>
                    <a:pt x="362026" y="521893"/>
                  </a:lnTo>
                  <a:lnTo>
                    <a:pt x="353999" y="527304"/>
                  </a:lnTo>
                  <a:lnTo>
                    <a:pt x="348589" y="535330"/>
                  </a:lnTo>
                  <a:lnTo>
                    <a:pt x="346608" y="545160"/>
                  </a:lnTo>
                  <a:lnTo>
                    <a:pt x="348589" y="554990"/>
                  </a:lnTo>
                  <a:lnTo>
                    <a:pt x="353999" y="563003"/>
                  </a:lnTo>
                  <a:lnTo>
                    <a:pt x="362026" y="568413"/>
                  </a:lnTo>
                  <a:lnTo>
                    <a:pt x="371856" y="570407"/>
                  </a:lnTo>
                  <a:lnTo>
                    <a:pt x="381673" y="568413"/>
                  </a:lnTo>
                  <a:lnTo>
                    <a:pt x="389699" y="563003"/>
                  </a:lnTo>
                  <a:lnTo>
                    <a:pt x="395109" y="554990"/>
                  </a:lnTo>
                  <a:lnTo>
                    <a:pt x="397090" y="545160"/>
                  </a:lnTo>
                  <a:lnTo>
                    <a:pt x="397090" y="538467"/>
                  </a:lnTo>
                  <a:close/>
                </a:path>
                <a:path extrusionOk="0" h="1601470" w="744220">
                  <a:moveTo>
                    <a:pt x="397090" y="365163"/>
                  </a:moveTo>
                  <a:lnTo>
                    <a:pt x="394436" y="358736"/>
                  </a:lnTo>
                  <a:lnTo>
                    <a:pt x="384962" y="349262"/>
                  </a:lnTo>
                  <a:lnTo>
                    <a:pt x="378548" y="346608"/>
                  </a:lnTo>
                  <a:lnTo>
                    <a:pt x="371856" y="346608"/>
                  </a:lnTo>
                  <a:lnTo>
                    <a:pt x="362026" y="348589"/>
                  </a:lnTo>
                  <a:lnTo>
                    <a:pt x="353999" y="353999"/>
                  </a:lnTo>
                  <a:lnTo>
                    <a:pt x="348589" y="362026"/>
                  </a:lnTo>
                  <a:lnTo>
                    <a:pt x="346608" y="371856"/>
                  </a:lnTo>
                  <a:lnTo>
                    <a:pt x="348589" y="381685"/>
                  </a:lnTo>
                  <a:lnTo>
                    <a:pt x="353999" y="389699"/>
                  </a:lnTo>
                  <a:lnTo>
                    <a:pt x="362026" y="395109"/>
                  </a:lnTo>
                  <a:lnTo>
                    <a:pt x="371856" y="397103"/>
                  </a:lnTo>
                  <a:lnTo>
                    <a:pt x="381673" y="395109"/>
                  </a:lnTo>
                  <a:lnTo>
                    <a:pt x="389699" y="389699"/>
                  </a:lnTo>
                  <a:lnTo>
                    <a:pt x="395109" y="381685"/>
                  </a:lnTo>
                  <a:lnTo>
                    <a:pt x="397090" y="371856"/>
                  </a:lnTo>
                  <a:lnTo>
                    <a:pt x="397090" y="365163"/>
                  </a:lnTo>
                  <a:close/>
                </a:path>
                <a:path extrusionOk="0" h="1601470" w="744220">
                  <a:moveTo>
                    <a:pt x="397090" y="191858"/>
                  </a:moveTo>
                  <a:lnTo>
                    <a:pt x="394436" y="185432"/>
                  </a:lnTo>
                  <a:lnTo>
                    <a:pt x="384962" y="175958"/>
                  </a:lnTo>
                  <a:lnTo>
                    <a:pt x="378548" y="173304"/>
                  </a:lnTo>
                  <a:lnTo>
                    <a:pt x="371856" y="173304"/>
                  </a:lnTo>
                  <a:lnTo>
                    <a:pt x="362026" y="175285"/>
                  </a:lnTo>
                  <a:lnTo>
                    <a:pt x="353999" y="180695"/>
                  </a:lnTo>
                  <a:lnTo>
                    <a:pt x="348589" y="188722"/>
                  </a:lnTo>
                  <a:lnTo>
                    <a:pt x="346608" y="198551"/>
                  </a:lnTo>
                  <a:lnTo>
                    <a:pt x="348589" y="208381"/>
                  </a:lnTo>
                  <a:lnTo>
                    <a:pt x="353999" y="216395"/>
                  </a:lnTo>
                  <a:lnTo>
                    <a:pt x="362026" y="221805"/>
                  </a:lnTo>
                  <a:lnTo>
                    <a:pt x="371856" y="223799"/>
                  </a:lnTo>
                  <a:lnTo>
                    <a:pt x="381673" y="221805"/>
                  </a:lnTo>
                  <a:lnTo>
                    <a:pt x="389699" y="216395"/>
                  </a:lnTo>
                  <a:lnTo>
                    <a:pt x="395109" y="208381"/>
                  </a:lnTo>
                  <a:lnTo>
                    <a:pt x="397090" y="198551"/>
                  </a:lnTo>
                  <a:lnTo>
                    <a:pt x="397090" y="191858"/>
                  </a:lnTo>
                  <a:close/>
                </a:path>
                <a:path extrusionOk="0" h="1601470" w="744220">
                  <a:moveTo>
                    <a:pt x="397090" y="18554"/>
                  </a:moveTo>
                  <a:lnTo>
                    <a:pt x="394436" y="12128"/>
                  </a:lnTo>
                  <a:lnTo>
                    <a:pt x="384962" y="2667"/>
                  </a:lnTo>
                  <a:lnTo>
                    <a:pt x="378548" y="0"/>
                  </a:lnTo>
                  <a:lnTo>
                    <a:pt x="371856" y="0"/>
                  </a:lnTo>
                  <a:lnTo>
                    <a:pt x="362026" y="1981"/>
                  </a:lnTo>
                  <a:lnTo>
                    <a:pt x="353999" y="7391"/>
                  </a:lnTo>
                  <a:lnTo>
                    <a:pt x="348589" y="15417"/>
                  </a:lnTo>
                  <a:lnTo>
                    <a:pt x="346608" y="25247"/>
                  </a:lnTo>
                  <a:lnTo>
                    <a:pt x="348589" y="35077"/>
                  </a:lnTo>
                  <a:lnTo>
                    <a:pt x="353999" y="43091"/>
                  </a:lnTo>
                  <a:lnTo>
                    <a:pt x="362026" y="48501"/>
                  </a:lnTo>
                  <a:lnTo>
                    <a:pt x="371856" y="50495"/>
                  </a:lnTo>
                  <a:lnTo>
                    <a:pt x="381673" y="48501"/>
                  </a:lnTo>
                  <a:lnTo>
                    <a:pt x="389699" y="43091"/>
                  </a:lnTo>
                  <a:lnTo>
                    <a:pt x="395109" y="35077"/>
                  </a:lnTo>
                  <a:lnTo>
                    <a:pt x="397090" y="25247"/>
                  </a:lnTo>
                  <a:lnTo>
                    <a:pt x="397090" y="18554"/>
                  </a:lnTo>
                  <a:close/>
                </a:path>
                <a:path extrusionOk="0" h="1601470" w="744220">
                  <a:moveTo>
                    <a:pt x="570395" y="1564449"/>
                  </a:moveTo>
                  <a:lnTo>
                    <a:pt x="567740" y="1558036"/>
                  </a:lnTo>
                  <a:lnTo>
                    <a:pt x="558266" y="1548561"/>
                  </a:lnTo>
                  <a:lnTo>
                    <a:pt x="551853" y="1545907"/>
                  </a:lnTo>
                  <a:lnTo>
                    <a:pt x="545160" y="1545907"/>
                  </a:lnTo>
                  <a:lnTo>
                    <a:pt x="535330" y="1547888"/>
                  </a:lnTo>
                  <a:lnTo>
                    <a:pt x="527304" y="1553298"/>
                  </a:lnTo>
                  <a:lnTo>
                    <a:pt x="521893" y="1561325"/>
                  </a:lnTo>
                  <a:lnTo>
                    <a:pt x="519912" y="1571155"/>
                  </a:lnTo>
                  <a:lnTo>
                    <a:pt x="521893" y="1580972"/>
                  </a:lnTo>
                  <a:lnTo>
                    <a:pt x="527304" y="1588998"/>
                  </a:lnTo>
                  <a:lnTo>
                    <a:pt x="535330" y="1594408"/>
                  </a:lnTo>
                  <a:lnTo>
                    <a:pt x="545160" y="1596390"/>
                  </a:lnTo>
                  <a:lnTo>
                    <a:pt x="554977" y="1594408"/>
                  </a:lnTo>
                  <a:lnTo>
                    <a:pt x="563003" y="1588998"/>
                  </a:lnTo>
                  <a:lnTo>
                    <a:pt x="568413" y="1580972"/>
                  </a:lnTo>
                  <a:lnTo>
                    <a:pt x="570395" y="1571155"/>
                  </a:lnTo>
                  <a:lnTo>
                    <a:pt x="570395" y="1564449"/>
                  </a:lnTo>
                  <a:close/>
                </a:path>
                <a:path extrusionOk="0" h="1601470" w="744220">
                  <a:moveTo>
                    <a:pt x="570395" y="1391145"/>
                  </a:moveTo>
                  <a:lnTo>
                    <a:pt x="567740" y="1384731"/>
                  </a:lnTo>
                  <a:lnTo>
                    <a:pt x="558266" y="1375257"/>
                  </a:lnTo>
                  <a:lnTo>
                    <a:pt x="551853" y="1372603"/>
                  </a:lnTo>
                  <a:lnTo>
                    <a:pt x="545160" y="1372603"/>
                  </a:lnTo>
                  <a:lnTo>
                    <a:pt x="535330" y="1374584"/>
                  </a:lnTo>
                  <a:lnTo>
                    <a:pt x="527304" y="1379994"/>
                  </a:lnTo>
                  <a:lnTo>
                    <a:pt x="521893" y="1388021"/>
                  </a:lnTo>
                  <a:lnTo>
                    <a:pt x="519912" y="1397850"/>
                  </a:lnTo>
                  <a:lnTo>
                    <a:pt x="521893" y="1407668"/>
                  </a:lnTo>
                  <a:lnTo>
                    <a:pt x="527304" y="1415694"/>
                  </a:lnTo>
                  <a:lnTo>
                    <a:pt x="535330" y="1421104"/>
                  </a:lnTo>
                  <a:lnTo>
                    <a:pt x="545160" y="1423085"/>
                  </a:lnTo>
                  <a:lnTo>
                    <a:pt x="554977" y="1421104"/>
                  </a:lnTo>
                  <a:lnTo>
                    <a:pt x="563003" y="1415694"/>
                  </a:lnTo>
                  <a:lnTo>
                    <a:pt x="568413" y="1407668"/>
                  </a:lnTo>
                  <a:lnTo>
                    <a:pt x="570395" y="1397850"/>
                  </a:lnTo>
                  <a:lnTo>
                    <a:pt x="570395" y="1391145"/>
                  </a:lnTo>
                  <a:close/>
                </a:path>
                <a:path extrusionOk="0" h="1601470" w="744220">
                  <a:moveTo>
                    <a:pt x="570395" y="1217853"/>
                  </a:moveTo>
                  <a:lnTo>
                    <a:pt x="567740" y="1211427"/>
                  </a:lnTo>
                  <a:lnTo>
                    <a:pt x="558266" y="1201953"/>
                  </a:lnTo>
                  <a:lnTo>
                    <a:pt x="551853" y="1199299"/>
                  </a:lnTo>
                  <a:lnTo>
                    <a:pt x="545160" y="1199299"/>
                  </a:lnTo>
                  <a:lnTo>
                    <a:pt x="535330" y="1201280"/>
                  </a:lnTo>
                  <a:lnTo>
                    <a:pt x="527304" y="1206690"/>
                  </a:lnTo>
                  <a:lnTo>
                    <a:pt x="521893" y="1214716"/>
                  </a:lnTo>
                  <a:lnTo>
                    <a:pt x="519912" y="1224546"/>
                  </a:lnTo>
                  <a:lnTo>
                    <a:pt x="521893" y="1234363"/>
                  </a:lnTo>
                  <a:lnTo>
                    <a:pt x="527304" y="1242390"/>
                  </a:lnTo>
                  <a:lnTo>
                    <a:pt x="535330" y="1247800"/>
                  </a:lnTo>
                  <a:lnTo>
                    <a:pt x="545160" y="1249794"/>
                  </a:lnTo>
                  <a:lnTo>
                    <a:pt x="554977" y="1247800"/>
                  </a:lnTo>
                  <a:lnTo>
                    <a:pt x="563003" y="1242390"/>
                  </a:lnTo>
                  <a:lnTo>
                    <a:pt x="568413" y="1234363"/>
                  </a:lnTo>
                  <a:lnTo>
                    <a:pt x="570395" y="1224546"/>
                  </a:lnTo>
                  <a:lnTo>
                    <a:pt x="570395" y="1217853"/>
                  </a:lnTo>
                  <a:close/>
                </a:path>
                <a:path extrusionOk="0" h="1601470" w="744220">
                  <a:moveTo>
                    <a:pt x="570395" y="1044549"/>
                  </a:moveTo>
                  <a:lnTo>
                    <a:pt x="567740" y="1038123"/>
                  </a:lnTo>
                  <a:lnTo>
                    <a:pt x="558266" y="1028649"/>
                  </a:lnTo>
                  <a:lnTo>
                    <a:pt x="551853" y="1025994"/>
                  </a:lnTo>
                  <a:lnTo>
                    <a:pt x="545160" y="1025994"/>
                  </a:lnTo>
                  <a:lnTo>
                    <a:pt x="535330" y="1027976"/>
                  </a:lnTo>
                  <a:lnTo>
                    <a:pt x="527304" y="1033386"/>
                  </a:lnTo>
                  <a:lnTo>
                    <a:pt x="521893" y="1041412"/>
                  </a:lnTo>
                  <a:lnTo>
                    <a:pt x="519912" y="1051242"/>
                  </a:lnTo>
                  <a:lnTo>
                    <a:pt x="521893" y="1061072"/>
                  </a:lnTo>
                  <a:lnTo>
                    <a:pt x="527304" y="1069086"/>
                  </a:lnTo>
                  <a:lnTo>
                    <a:pt x="535330" y="1074496"/>
                  </a:lnTo>
                  <a:lnTo>
                    <a:pt x="545160" y="1076490"/>
                  </a:lnTo>
                  <a:lnTo>
                    <a:pt x="554977" y="1074496"/>
                  </a:lnTo>
                  <a:lnTo>
                    <a:pt x="563003" y="1069086"/>
                  </a:lnTo>
                  <a:lnTo>
                    <a:pt x="568413" y="1061072"/>
                  </a:lnTo>
                  <a:lnTo>
                    <a:pt x="570395" y="1051242"/>
                  </a:lnTo>
                  <a:lnTo>
                    <a:pt x="570395" y="1044549"/>
                  </a:lnTo>
                  <a:close/>
                </a:path>
                <a:path extrusionOk="0" h="1601470" w="744220">
                  <a:moveTo>
                    <a:pt x="570395" y="871245"/>
                  </a:moveTo>
                  <a:lnTo>
                    <a:pt x="567740" y="864819"/>
                  </a:lnTo>
                  <a:lnTo>
                    <a:pt x="558266" y="855345"/>
                  </a:lnTo>
                  <a:lnTo>
                    <a:pt x="551853" y="852690"/>
                  </a:lnTo>
                  <a:lnTo>
                    <a:pt x="545160" y="852690"/>
                  </a:lnTo>
                  <a:lnTo>
                    <a:pt x="535330" y="854671"/>
                  </a:lnTo>
                  <a:lnTo>
                    <a:pt x="527304" y="860082"/>
                  </a:lnTo>
                  <a:lnTo>
                    <a:pt x="521893" y="868108"/>
                  </a:lnTo>
                  <a:lnTo>
                    <a:pt x="519912" y="877938"/>
                  </a:lnTo>
                  <a:lnTo>
                    <a:pt x="521893" y="887768"/>
                  </a:lnTo>
                  <a:lnTo>
                    <a:pt x="527304" y="895781"/>
                  </a:lnTo>
                  <a:lnTo>
                    <a:pt x="535330" y="901192"/>
                  </a:lnTo>
                  <a:lnTo>
                    <a:pt x="545160" y="903185"/>
                  </a:lnTo>
                  <a:lnTo>
                    <a:pt x="554977" y="901192"/>
                  </a:lnTo>
                  <a:lnTo>
                    <a:pt x="563003" y="895781"/>
                  </a:lnTo>
                  <a:lnTo>
                    <a:pt x="568413" y="887768"/>
                  </a:lnTo>
                  <a:lnTo>
                    <a:pt x="570395" y="877938"/>
                  </a:lnTo>
                  <a:lnTo>
                    <a:pt x="570395" y="871245"/>
                  </a:lnTo>
                  <a:close/>
                </a:path>
                <a:path extrusionOk="0" h="1601470" w="744220">
                  <a:moveTo>
                    <a:pt x="570395" y="711771"/>
                  </a:moveTo>
                  <a:lnTo>
                    <a:pt x="567740" y="705345"/>
                  </a:lnTo>
                  <a:lnTo>
                    <a:pt x="558266" y="695871"/>
                  </a:lnTo>
                  <a:lnTo>
                    <a:pt x="551853" y="693216"/>
                  </a:lnTo>
                  <a:lnTo>
                    <a:pt x="545160" y="693216"/>
                  </a:lnTo>
                  <a:lnTo>
                    <a:pt x="535330" y="695198"/>
                  </a:lnTo>
                  <a:lnTo>
                    <a:pt x="527304" y="700608"/>
                  </a:lnTo>
                  <a:lnTo>
                    <a:pt x="521893" y="708634"/>
                  </a:lnTo>
                  <a:lnTo>
                    <a:pt x="519912" y="718464"/>
                  </a:lnTo>
                  <a:lnTo>
                    <a:pt x="521893" y="728281"/>
                  </a:lnTo>
                  <a:lnTo>
                    <a:pt x="527304" y="736307"/>
                  </a:lnTo>
                  <a:lnTo>
                    <a:pt x="535330" y="741718"/>
                  </a:lnTo>
                  <a:lnTo>
                    <a:pt x="545160" y="743712"/>
                  </a:lnTo>
                  <a:lnTo>
                    <a:pt x="554977" y="741718"/>
                  </a:lnTo>
                  <a:lnTo>
                    <a:pt x="563003" y="736307"/>
                  </a:lnTo>
                  <a:lnTo>
                    <a:pt x="568413" y="728281"/>
                  </a:lnTo>
                  <a:lnTo>
                    <a:pt x="570395" y="718464"/>
                  </a:lnTo>
                  <a:lnTo>
                    <a:pt x="570395" y="711771"/>
                  </a:lnTo>
                  <a:close/>
                </a:path>
                <a:path extrusionOk="0" h="1601470" w="744220">
                  <a:moveTo>
                    <a:pt x="570395" y="538467"/>
                  </a:moveTo>
                  <a:lnTo>
                    <a:pt x="567740" y="532041"/>
                  </a:lnTo>
                  <a:lnTo>
                    <a:pt x="558266" y="522566"/>
                  </a:lnTo>
                  <a:lnTo>
                    <a:pt x="551853" y="519912"/>
                  </a:lnTo>
                  <a:lnTo>
                    <a:pt x="545160" y="519912"/>
                  </a:lnTo>
                  <a:lnTo>
                    <a:pt x="535330" y="521893"/>
                  </a:lnTo>
                  <a:lnTo>
                    <a:pt x="527304" y="527304"/>
                  </a:lnTo>
                  <a:lnTo>
                    <a:pt x="521893" y="535330"/>
                  </a:lnTo>
                  <a:lnTo>
                    <a:pt x="519912" y="545160"/>
                  </a:lnTo>
                  <a:lnTo>
                    <a:pt x="521893" y="554990"/>
                  </a:lnTo>
                  <a:lnTo>
                    <a:pt x="527304" y="563003"/>
                  </a:lnTo>
                  <a:lnTo>
                    <a:pt x="535330" y="568413"/>
                  </a:lnTo>
                  <a:lnTo>
                    <a:pt x="545160" y="570407"/>
                  </a:lnTo>
                  <a:lnTo>
                    <a:pt x="554977" y="568413"/>
                  </a:lnTo>
                  <a:lnTo>
                    <a:pt x="563003" y="563003"/>
                  </a:lnTo>
                  <a:lnTo>
                    <a:pt x="568413" y="554990"/>
                  </a:lnTo>
                  <a:lnTo>
                    <a:pt x="570395" y="545160"/>
                  </a:lnTo>
                  <a:lnTo>
                    <a:pt x="570395" y="538467"/>
                  </a:lnTo>
                  <a:close/>
                </a:path>
                <a:path extrusionOk="0" h="1601470" w="744220">
                  <a:moveTo>
                    <a:pt x="570395" y="365163"/>
                  </a:moveTo>
                  <a:lnTo>
                    <a:pt x="567740" y="358736"/>
                  </a:lnTo>
                  <a:lnTo>
                    <a:pt x="558266" y="349262"/>
                  </a:lnTo>
                  <a:lnTo>
                    <a:pt x="551853" y="346608"/>
                  </a:lnTo>
                  <a:lnTo>
                    <a:pt x="545160" y="346608"/>
                  </a:lnTo>
                  <a:lnTo>
                    <a:pt x="535330" y="348589"/>
                  </a:lnTo>
                  <a:lnTo>
                    <a:pt x="527304" y="353999"/>
                  </a:lnTo>
                  <a:lnTo>
                    <a:pt x="521893" y="362026"/>
                  </a:lnTo>
                  <a:lnTo>
                    <a:pt x="519912" y="371856"/>
                  </a:lnTo>
                  <a:lnTo>
                    <a:pt x="521893" y="381685"/>
                  </a:lnTo>
                  <a:lnTo>
                    <a:pt x="527304" y="389699"/>
                  </a:lnTo>
                  <a:lnTo>
                    <a:pt x="535330" y="395109"/>
                  </a:lnTo>
                  <a:lnTo>
                    <a:pt x="545160" y="397103"/>
                  </a:lnTo>
                  <a:lnTo>
                    <a:pt x="554977" y="395109"/>
                  </a:lnTo>
                  <a:lnTo>
                    <a:pt x="563003" y="389699"/>
                  </a:lnTo>
                  <a:lnTo>
                    <a:pt x="568413" y="381685"/>
                  </a:lnTo>
                  <a:lnTo>
                    <a:pt x="570395" y="371856"/>
                  </a:lnTo>
                  <a:lnTo>
                    <a:pt x="570395" y="365163"/>
                  </a:lnTo>
                  <a:close/>
                </a:path>
                <a:path extrusionOk="0" h="1601470" w="744220">
                  <a:moveTo>
                    <a:pt x="570395" y="191858"/>
                  </a:moveTo>
                  <a:lnTo>
                    <a:pt x="567740" y="185432"/>
                  </a:lnTo>
                  <a:lnTo>
                    <a:pt x="558266" y="175958"/>
                  </a:lnTo>
                  <a:lnTo>
                    <a:pt x="551853" y="173304"/>
                  </a:lnTo>
                  <a:lnTo>
                    <a:pt x="545160" y="173304"/>
                  </a:lnTo>
                  <a:lnTo>
                    <a:pt x="535330" y="175285"/>
                  </a:lnTo>
                  <a:lnTo>
                    <a:pt x="527304" y="180695"/>
                  </a:lnTo>
                  <a:lnTo>
                    <a:pt x="521893" y="188722"/>
                  </a:lnTo>
                  <a:lnTo>
                    <a:pt x="519912" y="198551"/>
                  </a:lnTo>
                  <a:lnTo>
                    <a:pt x="521893" y="208381"/>
                  </a:lnTo>
                  <a:lnTo>
                    <a:pt x="527304" y="216395"/>
                  </a:lnTo>
                  <a:lnTo>
                    <a:pt x="535330" y="221805"/>
                  </a:lnTo>
                  <a:lnTo>
                    <a:pt x="545160" y="223799"/>
                  </a:lnTo>
                  <a:lnTo>
                    <a:pt x="554977" y="221805"/>
                  </a:lnTo>
                  <a:lnTo>
                    <a:pt x="563003" y="216395"/>
                  </a:lnTo>
                  <a:lnTo>
                    <a:pt x="568413" y="208381"/>
                  </a:lnTo>
                  <a:lnTo>
                    <a:pt x="570395" y="198551"/>
                  </a:lnTo>
                  <a:lnTo>
                    <a:pt x="570395" y="191858"/>
                  </a:lnTo>
                  <a:close/>
                </a:path>
                <a:path extrusionOk="0" h="1601470" w="744220">
                  <a:moveTo>
                    <a:pt x="570395" y="18554"/>
                  </a:moveTo>
                  <a:lnTo>
                    <a:pt x="567740" y="12128"/>
                  </a:lnTo>
                  <a:lnTo>
                    <a:pt x="558266" y="2667"/>
                  </a:lnTo>
                  <a:lnTo>
                    <a:pt x="551853" y="0"/>
                  </a:lnTo>
                  <a:lnTo>
                    <a:pt x="545160" y="0"/>
                  </a:lnTo>
                  <a:lnTo>
                    <a:pt x="535330" y="1981"/>
                  </a:lnTo>
                  <a:lnTo>
                    <a:pt x="527304" y="7391"/>
                  </a:lnTo>
                  <a:lnTo>
                    <a:pt x="521893" y="15417"/>
                  </a:lnTo>
                  <a:lnTo>
                    <a:pt x="519912" y="25247"/>
                  </a:lnTo>
                  <a:lnTo>
                    <a:pt x="521893" y="35077"/>
                  </a:lnTo>
                  <a:lnTo>
                    <a:pt x="527304" y="43091"/>
                  </a:lnTo>
                  <a:lnTo>
                    <a:pt x="535330" y="48501"/>
                  </a:lnTo>
                  <a:lnTo>
                    <a:pt x="545160" y="50495"/>
                  </a:lnTo>
                  <a:lnTo>
                    <a:pt x="554977" y="48501"/>
                  </a:lnTo>
                  <a:lnTo>
                    <a:pt x="563003" y="43091"/>
                  </a:lnTo>
                  <a:lnTo>
                    <a:pt x="568413" y="35077"/>
                  </a:lnTo>
                  <a:lnTo>
                    <a:pt x="570395" y="25247"/>
                  </a:lnTo>
                  <a:lnTo>
                    <a:pt x="570395" y="18554"/>
                  </a:lnTo>
                  <a:close/>
                </a:path>
                <a:path extrusionOk="0" h="1601470" w="744220">
                  <a:moveTo>
                    <a:pt x="743699" y="1569504"/>
                  </a:moveTo>
                  <a:lnTo>
                    <a:pt x="741045" y="1563090"/>
                  </a:lnTo>
                  <a:lnTo>
                    <a:pt x="731570" y="1553616"/>
                  </a:lnTo>
                  <a:lnTo>
                    <a:pt x="725157" y="1550962"/>
                  </a:lnTo>
                  <a:lnTo>
                    <a:pt x="718464" y="1550962"/>
                  </a:lnTo>
                  <a:lnTo>
                    <a:pt x="708634" y="1552943"/>
                  </a:lnTo>
                  <a:lnTo>
                    <a:pt x="700608" y="1558353"/>
                  </a:lnTo>
                  <a:lnTo>
                    <a:pt x="695198" y="1566379"/>
                  </a:lnTo>
                  <a:lnTo>
                    <a:pt x="693216" y="1576197"/>
                  </a:lnTo>
                  <a:lnTo>
                    <a:pt x="695198" y="1586026"/>
                  </a:lnTo>
                  <a:lnTo>
                    <a:pt x="700608" y="1594053"/>
                  </a:lnTo>
                  <a:lnTo>
                    <a:pt x="708634" y="1599463"/>
                  </a:lnTo>
                  <a:lnTo>
                    <a:pt x="718464" y="1601444"/>
                  </a:lnTo>
                  <a:lnTo>
                    <a:pt x="728281" y="1599463"/>
                  </a:lnTo>
                  <a:lnTo>
                    <a:pt x="736307" y="1594053"/>
                  </a:lnTo>
                  <a:lnTo>
                    <a:pt x="741718" y="1586026"/>
                  </a:lnTo>
                  <a:lnTo>
                    <a:pt x="743699" y="1576197"/>
                  </a:lnTo>
                  <a:lnTo>
                    <a:pt x="743699" y="1569504"/>
                  </a:lnTo>
                  <a:close/>
                </a:path>
                <a:path extrusionOk="0" h="1601470" w="744220">
                  <a:moveTo>
                    <a:pt x="743699" y="1396199"/>
                  </a:moveTo>
                  <a:lnTo>
                    <a:pt x="741045" y="1389786"/>
                  </a:lnTo>
                  <a:lnTo>
                    <a:pt x="731570" y="1380312"/>
                  </a:lnTo>
                  <a:lnTo>
                    <a:pt x="725157" y="1377657"/>
                  </a:lnTo>
                  <a:lnTo>
                    <a:pt x="718464" y="1377657"/>
                  </a:lnTo>
                  <a:lnTo>
                    <a:pt x="708634" y="1379639"/>
                  </a:lnTo>
                  <a:lnTo>
                    <a:pt x="700608" y="1385049"/>
                  </a:lnTo>
                  <a:lnTo>
                    <a:pt x="695198" y="1393075"/>
                  </a:lnTo>
                  <a:lnTo>
                    <a:pt x="693216" y="1402892"/>
                  </a:lnTo>
                  <a:lnTo>
                    <a:pt x="695198" y="1412722"/>
                  </a:lnTo>
                  <a:lnTo>
                    <a:pt x="700608" y="1420749"/>
                  </a:lnTo>
                  <a:lnTo>
                    <a:pt x="708634" y="1426159"/>
                  </a:lnTo>
                  <a:lnTo>
                    <a:pt x="718464" y="1428140"/>
                  </a:lnTo>
                  <a:lnTo>
                    <a:pt x="728281" y="1426159"/>
                  </a:lnTo>
                  <a:lnTo>
                    <a:pt x="736307" y="1420749"/>
                  </a:lnTo>
                  <a:lnTo>
                    <a:pt x="741718" y="1412722"/>
                  </a:lnTo>
                  <a:lnTo>
                    <a:pt x="743699" y="1402892"/>
                  </a:lnTo>
                  <a:lnTo>
                    <a:pt x="743699" y="1396199"/>
                  </a:lnTo>
                  <a:close/>
                </a:path>
                <a:path extrusionOk="0" h="1601470" w="744220">
                  <a:moveTo>
                    <a:pt x="743699" y="1222895"/>
                  </a:moveTo>
                  <a:lnTo>
                    <a:pt x="741045" y="1216482"/>
                  </a:lnTo>
                  <a:lnTo>
                    <a:pt x="731570" y="1207008"/>
                  </a:lnTo>
                  <a:lnTo>
                    <a:pt x="725157" y="1204353"/>
                  </a:lnTo>
                  <a:lnTo>
                    <a:pt x="718464" y="1204353"/>
                  </a:lnTo>
                  <a:lnTo>
                    <a:pt x="708634" y="1206334"/>
                  </a:lnTo>
                  <a:lnTo>
                    <a:pt x="700608" y="1211745"/>
                  </a:lnTo>
                  <a:lnTo>
                    <a:pt x="695198" y="1219771"/>
                  </a:lnTo>
                  <a:lnTo>
                    <a:pt x="693216" y="1229588"/>
                  </a:lnTo>
                  <a:lnTo>
                    <a:pt x="695198" y="1239418"/>
                  </a:lnTo>
                  <a:lnTo>
                    <a:pt x="700608" y="1247444"/>
                  </a:lnTo>
                  <a:lnTo>
                    <a:pt x="708634" y="1252855"/>
                  </a:lnTo>
                  <a:lnTo>
                    <a:pt x="718464" y="1254836"/>
                  </a:lnTo>
                  <a:lnTo>
                    <a:pt x="728281" y="1252855"/>
                  </a:lnTo>
                  <a:lnTo>
                    <a:pt x="736307" y="1247444"/>
                  </a:lnTo>
                  <a:lnTo>
                    <a:pt x="741718" y="1239418"/>
                  </a:lnTo>
                  <a:lnTo>
                    <a:pt x="743699" y="1229588"/>
                  </a:lnTo>
                  <a:lnTo>
                    <a:pt x="743699" y="1222895"/>
                  </a:lnTo>
                  <a:close/>
                </a:path>
                <a:path extrusionOk="0" h="1601470" w="744220">
                  <a:moveTo>
                    <a:pt x="743699" y="1049591"/>
                  </a:moveTo>
                  <a:lnTo>
                    <a:pt x="741045" y="1043178"/>
                  </a:lnTo>
                  <a:lnTo>
                    <a:pt x="731570" y="1033703"/>
                  </a:lnTo>
                  <a:lnTo>
                    <a:pt x="725157" y="1031049"/>
                  </a:lnTo>
                  <a:lnTo>
                    <a:pt x="718464" y="1031049"/>
                  </a:lnTo>
                  <a:lnTo>
                    <a:pt x="708634" y="1033030"/>
                  </a:lnTo>
                  <a:lnTo>
                    <a:pt x="700608" y="1038440"/>
                  </a:lnTo>
                  <a:lnTo>
                    <a:pt x="695198" y="1046467"/>
                  </a:lnTo>
                  <a:lnTo>
                    <a:pt x="693216" y="1056284"/>
                  </a:lnTo>
                  <a:lnTo>
                    <a:pt x="695198" y="1066114"/>
                  </a:lnTo>
                  <a:lnTo>
                    <a:pt x="700608" y="1074140"/>
                  </a:lnTo>
                  <a:lnTo>
                    <a:pt x="708634" y="1079550"/>
                  </a:lnTo>
                  <a:lnTo>
                    <a:pt x="718464" y="1081532"/>
                  </a:lnTo>
                  <a:lnTo>
                    <a:pt x="728281" y="1079550"/>
                  </a:lnTo>
                  <a:lnTo>
                    <a:pt x="736307" y="1074140"/>
                  </a:lnTo>
                  <a:lnTo>
                    <a:pt x="741718" y="1066114"/>
                  </a:lnTo>
                  <a:lnTo>
                    <a:pt x="743699" y="1056284"/>
                  </a:lnTo>
                  <a:lnTo>
                    <a:pt x="743699" y="1049591"/>
                  </a:lnTo>
                  <a:close/>
                </a:path>
                <a:path extrusionOk="0" h="1601470" w="744220">
                  <a:moveTo>
                    <a:pt x="743699" y="876287"/>
                  </a:moveTo>
                  <a:lnTo>
                    <a:pt x="741045" y="869873"/>
                  </a:lnTo>
                  <a:lnTo>
                    <a:pt x="731570" y="860399"/>
                  </a:lnTo>
                  <a:lnTo>
                    <a:pt x="725157" y="857745"/>
                  </a:lnTo>
                  <a:lnTo>
                    <a:pt x="718464" y="857745"/>
                  </a:lnTo>
                  <a:lnTo>
                    <a:pt x="708634" y="859726"/>
                  </a:lnTo>
                  <a:lnTo>
                    <a:pt x="700608" y="865136"/>
                  </a:lnTo>
                  <a:lnTo>
                    <a:pt x="695198" y="873163"/>
                  </a:lnTo>
                  <a:lnTo>
                    <a:pt x="693216" y="882992"/>
                  </a:lnTo>
                  <a:lnTo>
                    <a:pt x="695198" y="892810"/>
                  </a:lnTo>
                  <a:lnTo>
                    <a:pt x="700608" y="900836"/>
                  </a:lnTo>
                  <a:lnTo>
                    <a:pt x="708634" y="906246"/>
                  </a:lnTo>
                  <a:lnTo>
                    <a:pt x="718464" y="908227"/>
                  </a:lnTo>
                  <a:lnTo>
                    <a:pt x="728281" y="906246"/>
                  </a:lnTo>
                  <a:lnTo>
                    <a:pt x="736307" y="900836"/>
                  </a:lnTo>
                  <a:lnTo>
                    <a:pt x="741718" y="892810"/>
                  </a:lnTo>
                  <a:lnTo>
                    <a:pt x="743699" y="882992"/>
                  </a:lnTo>
                  <a:lnTo>
                    <a:pt x="743699" y="876287"/>
                  </a:lnTo>
                  <a:close/>
                </a:path>
                <a:path extrusionOk="0" h="1601470" w="744220">
                  <a:moveTo>
                    <a:pt x="743699" y="716813"/>
                  </a:moveTo>
                  <a:lnTo>
                    <a:pt x="741045" y="710399"/>
                  </a:lnTo>
                  <a:lnTo>
                    <a:pt x="731570" y="700925"/>
                  </a:lnTo>
                  <a:lnTo>
                    <a:pt x="725157" y="698271"/>
                  </a:lnTo>
                  <a:lnTo>
                    <a:pt x="718464" y="698271"/>
                  </a:lnTo>
                  <a:lnTo>
                    <a:pt x="708634" y="700252"/>
                  </a:lnTo>
                  <a:lnTo>
                    <a:pt x="700608" y="705662"/>
                  </a:lnTo>
                  <a:lnTo>
                    <a:pt x="695198" y="713689"/>
                  </a:lnTo>
                  <a:lnTo>
                    <a:pt x="693216" y="723506"/>
                  </a:lnTo>
                  <a:lnTo>
                    <a:pt x="695198" y="733336"/>
                  </a:lnTo>
                  <a:lnTo>
                    <a:pt x="700608" y="741362"/>
                  </a:lnTo>
                  <a:lnTo>
                    <a:pt x="708634" y="746772"/>
                  </a:lnTo>
                  <a:lnTo>
                    <a:pt x="718464" y="748753"/>
                  </a:lnTo>
                  <a:lnTo>
                    <a:pt x="728281" y="746772"/>
                  </a:lnTo>
                  <a:lnTo>
                    <a:pt x="736307" y="741362"/>
                  </a:lnTo>
                  <a:lnTo>
                    <a:pt x="741718" y="733336"/>
                  </a:lnTo>
                  <a:lnTo>
                    <a:pt x="743699" y="723506"/>
                  </a:lnTo>
                  <a:lnTo>
                    <a:pt x="743699" y="716813"/>
                  </a:lnTo>
                  <a:close/>
                </a:path>
                <a:path extrusionOk="0" h="1601470" w="744220">
                  <a:moveTo>
                    <a:pt x="743699" y="543509"/>
                  </a:moveTo>
                  <a:lnTo>
                    <a:pt x="741045" y="537095"/>
                  </a:lnTo>
                  <a:lnTo>
                    <a:pt x="731570" y="527621"/>
                  </a:lnTo>
                  <a:lnTo>
                    <a:pt x="725157" y="524967"/>
                  </a:lnTo>
                  <a:lnTo>
                    <a:pt x="718464" y="524967"/>
                  </a:lnTo>
                  <a:lnTo>
                    <a:pt x="708634" y="526948"/>
                  </a:lnTo>
                  <a:lnTo>
                    <a:pt x="700608" y="532358"/>
                  </a:lnTo>
                  <a:lnTo>
                    <a:pt x="695198" y="540385"/>
                  </a:lnTo>
                  <a:lnTo>
                    <a:pt x="693216" y="550202"/>
                  </a:lnTo>
                  <a:lnTo>
                    <a:pt x="695198" y="560031"/>
                  </a:lnTo>
                  <a:lnTo>
                    <a:pt x="700608" y="568058"/>
                  </a:lnTo>
                  <a:lnTo>
                    <a:pt x="708634" y="573468"/>
                  </a:lnTo>
                  <a:lnTo>
                    <a:pt x="718464" y="575449"/>
                  </a:lnTo>
                  <a:lnTo>
                    <a:pt x="728281" y="573468"/>
                  </a:lnTo>
                  <a:lnTo>
                    <a:pt x="736307" y="568058"/>
                  </a:lnTo>
                  <a:lnTo>
                    <a:pt x="741718" y="560031"/>
                  </a:lnTo>
                  <a:lnTo>
                    <a:pt x="743699" y="550202"/>
                  </a:lnTo>
                  <a:lnTo>
                    <a:pt x="743699" y="543509"/>
                  </a:lnTo>
                  <a:close/>
                </a:path>
                <a:path extrusionOk="0" h="1601470" w="744220">
                  <a:moveTo>
                    <a:pt x="743699" y="370205"/>
                  </a:moveTo>
                  <a:lnTo>
                    <a:pt x="741045" y="363791"/>
                  </a:lnTo>
                  <a:lnTo>
                    <a:pt x="731570" y="354317"/>
                  </a:lnTo>
                  <a:lnTo>
                    <a:pt x="725157" y="351663"/>
                  </a:lnTo>
                  <a:lnTo>
                    <a:pt x="718464" y="351663"/>
                  </a:lnTo>
                  <a:lnTo>
                    <a:pt x="708634" y="353644"/>
                  </a:lnTo>
                  <a:lnTo>
                    <a:pt x="700608" y="359054"/>
                  </a:lnTo>
                  <a:lnTo>
                    <a:pt x="695198" y="367080"/>
                  </a:lnTo>
                  <a:lnTo>
                    <a:pt x="693216" y="376910"/>
                  </a:lnTo>
                  <a:lnTo>
                    <a:pt x="695198" y="386727"/>
                  </a:lnTo>
                  <a:lnTo>
                    <a:pt x="700608" y="394754"/>
                  </a:lnTo>
                  <a:lnTo>
                    <a:pt x="708634" y="400164"/>
                  </a:lnTo>
                  <a:lnTo>
                    <a:pt x="718464" y="402145"/>
                  </a:lnTo>
                  <a:lnTo>
                    <a:pt x="728281" y="400164"/>
                  </a:lnTo>
                  <a:lnTo>
                    <a:pt x="736307" y="394754"/>
                  </a:lnTo>
                  <a:lnTo>
                    <a:pt x="741718" y="386727"/>
                  </a:lnTo>
                  <a:lnTo>
                    <a:pt x="743699" y="376910"/>
                  </a:lnTo>
                  <a:lnTo>
                    <a:pt x="743699" y="370205"/>
                  </a:lnTo>
                  <a:close/>
                </a:path>
                <a:path extrusionOk="0" h="1601470" w="744220">
                  <a:moveTo>
                    <a:pt x="743699" y="196900"/>
                  </a:moveTo>
                  <a:lnTo>
                    <a:pt x="741045" y="190487"/>
                  </a:lnTo>
                  <a:lnTo>
                    <a:pt x="731570" y="181013"/>
                  </a:lnTo>
                  <a:lnTo>
                    <a:pt x="725157" y="178358"/>
                  </a:lnTo>
                  <a:lnTo>
                    <a:pt x="718464" y="178358"/>
                  </a:lnTo>
                  <a:lnTo>
                    <a:pt x="708634" y="180340"/>
                  </a:lnTo>
                  <a:lnTo>
                    <a:pt x="700608" y="185750"/>
                  </a:lnTo>
                  <a:lnTo>
                    <a:pt x="695198" y="193776"/>
                  </a:lnTo>
                  <a:lnTo>
                    <a:pt x="693216" y="203606"/>
                  </a:lnTo>
                  <a:lnTo>
                    <a:pt x="695198" y="213423"/>
                  </a:lnTo>
                  <a:lnTo>
                    <a:pt x="700608" y="221449"/>
                  </a:lnTo>
                  <a:lnTo>
                    <a:pt x="708634" y="226860"/>
                  </a:lnTo>
                  <a:lnTo>
                    <a:pt x="718464" y="228841"/>
                  </a:lnTo>
                  <a:lnTo>
                    <a:pt x="728281" y="226860"/>
                  </a:lnTo>
                  <a:lnTo>
                    <a:pt x="736307" y="221449"/>
                  </a:lnTo>
                  <a:lnTo>
                    <a:pt x="741718" y="213423"/>
                  </a:lnTo>
                  <a:lnTo>
                    <a:pt x="743699" y="203606"/>
                  </a:lnTo>
                  <a:lnTo>
                    <a:pt x="743699" y="196900"/>
                  </a:lnTo>
                  <a:close/>
                </a:path>
                <a:path extrusionOk="0" h="1601470" w="744220">
                  <a:moveTo>
                    <a:pt x="743699" y="23596"/>
                  </a:moveTo>
                  <a:lnTo>
                    <a:pt x="741045" y="17183"/>
                  </a:lnTo>
                  <a:lnTo>
                    <a:pt x="731570" y="7708"/>
                  </a:lnTo>
                  <a:lnTo>
                    <a:pt x="725157" y="5054"/>
                  </a:lnTo>
                  <a:lnTo>
                    <a:pt x="718464" y="5054"/>
                  </a:lnTo>
                  <a:lnTo>
                    <a:pt x="708634" y="7035"/>
                  </a:lnTo>
                  <a:lnTo>
                    <a:pt x="700608" y="12446"/>
                  </a:lnTo>
                  <a:lnTo>
                    <a:pt x="695198" y="20472"/>
                  </a:lnTo>
                  <a:lnTo>
                    <a:pt x="693216" y="30302"/>
                  </a:lnTo>
                  <a:lnTo>
                    <a:pt x="695198" y="40119"/>
                  </a:lnTo>
                  <a:lnTo>
                    <a:pt x="700608" y="48145"/>
                  </a:lnTo>
                  <a:lnTo>
                    <a:pt x="708634" y="53555"/>
                  </a:lnTo>
                  <a:lnTo>
                    <a:pt x="718464" y="55537"/>
                  </a:lnTo>
                  <a:lnTo>
                    <a:pt x="728281" y="53555"/>
                  </a:lnTo>
                  <a:lnTo>
                    <a:pt x="736307" y="48145"/>
                  </a:lnTo>
                  <a:lnTo>
                    <a:pt x="741718" y="40119"/>
                  </a:lnTo>
                  <a:lnTo>
                    <a:pt x="743699" y="30302"/>
                  </a:lnTo>
                  <a:lnTo>
                    <a:pt x="743699" y="23596"/>
                  </a:lnTo>
                  <a:close/>
                </a:path>
              </a:pathLst>
            </a:custGeom>
            <a:solidFill>
              <a:srgbClr val="E6F4F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7" name="Google Shape;197;p1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27675" y="4257512"/>
              <a:ext cx="1080876" cy="3144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