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PqFFWsdxjYojyu/IiI5y25z8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apui5.netweaver.ondemand.com/sdk/#/entity/sap.m.Button" TargetMode="External"/><Relationship Id="rId4" Type="http://schemas.openxmlformats.org/officeDocument/2006/relationships/hyperlink" Target="https://services.odata.org/Northwind/Northwind.svc/" TargetMode="External"/><Relationship Id="rId5" Type="http://schemas.openxmlformats.org/officeDocument/2006/relationships/hyperlink" Target="https://sapui5.hana.ondemand.com/sdk/#/topic/1ff250c2038849f5991209f7e6c36f1f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588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</a:rPr>
              <a:t>Eventos e Interacción con el Modelo</a:t>
            </a:r>
            <a:endParaRPr b="0" i="0" sz="4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588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588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7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Eventos e Interacción con el Modelo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311700" y="86355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un botón en la vista 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sap.m.Button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un evento al controlador para que responda a la acción del usuario cuando presione el botón.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funcionalidad para que el modelo consulte el listado de Productos del Odata 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Northwind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Realizamos Debug a la App 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Debugging Tools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40" name="Google Shape;140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2e4101d08ad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e4101d08a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33600" y="2141275"/>
            <a:ext cx="5366249" cy="20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49" name="Google Shape;1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2" name="Google Shape;152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3" name="Google Shape;153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" name="Google Shape;18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