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jhzrzF86V27W2H8cXxp0oZ+9L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3be4190b0_1_7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e3be4190b0_1_7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3f38b686b_0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e3f38b686b_0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3f38b686b_0_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2e3f38b686b_0_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3f38b686b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e3f38b686b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s.sap.com/tutorials/hcp-create-trial-account..html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ervices.odata.org/Northwind/Northwind.svc/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s.sap.com/tutorials/cp-cf-create-destination..html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"/>
          <p:cNvPicPr preferRelativeResize="0"/>
          <p:nvPr/>
        </p:nvPicPr>
        <p:blipFill rotWithShape="1">
          <a:blip r:embed="rId3">
            <a:alphaModFix/>
          </a:blip>
          <a:srcRect b="7765" l="17193" r="22022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176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OData</a:t>
            </a:r>
            <a:endParaRPr b="0" i="0" sz="4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1764"/>
              </a:srgbClr>
            </a:outerShdw>
          </a:effectLst>
        </p:spPr>
      </p:pic>
      <p:sp>
        <p:nvSpPr>
          <p:cNvPr id="123" name="Google Shape;123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176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4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3be4190b0_1_73"/>
          <p:cNvSpPr txBox="1"/>
          <p:nvPr>
            <p:ph type="title"/>
          </p:nvPr>
        </p:nvSpPr>
        <p:spPr>
          <a:xfrm>
            <a:off x="485225" y="348175"/>
            <a:ext cx="7934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Creación Cuenta Trial en SAP BTP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2e3be4190b0_1_73"/>
          <p:cNvSpPr txBox="1"/>
          <p:nvPr/>
        </p:nvSpPr>
        <p:spPr>
          <a:xfrm>
            <a:off x="373300" y="1314300"/>
            <a:ext cx="38877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Una Cuenta Trial en SAP Business Technology Platform (BTP) es una cuenta gratuita que permite a los desarrolladores y empresas explorar y experimentar con las capacidades de BTP sin ningún costo. 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Esta cuenta ofrece acceso a un entorno limitado donde se pueden probar diferentes servicios y herramientas de SAP.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Para la creación de una cuenta Trial siga los pasos descritos </a:t>
            </a:r>
            <a:r>
              <a:rPr lang="en-US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6" name="Google Shape;136;g2e3be4190b0_1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300" y="1314300"/>
            <a:ext cx="3887699" cy="22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e3be4190b0_1_73"/>
          <p:cNvSpPr/>
          <p:nvPr/>
        </p:nvSpPr>
        <p:spPr>
          <a:xfrm rot="6547604">
            <a:off x="7036915" y="-342587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3f38b686b_0_7"/>
          <p:cNvSpPr txBox="1"/>
          <p:nvPr>
            <p:ph type="title"/>
          </p:nvPr>
        </p:nvSpPr>
        <p:spPr>
          <a:xfrm>
            <a:off x="485225" y="348175"/>
            <a:ext cx="79344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¿Que es OData?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2e3f38b686b_0_7"/>
          <p:cNvSpPr txBox="1"/>
          <p:nvPr/>
        </p:nvSpPr>
        <p:spPr>
          <a:xfrm>
            <a:off x="485225" y="1228225"/>
            <a:ext cx="83601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OData (Open Data Protocol) es un estándar desarrollado por Microsoft que permite la creación y consumo de APIs RESTful de manera estandarizada. 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Facilita el acceso a datos mediante operaciones estándar como </a:t>
            </a:r>
            <a:r>
              <a:rPr b="1"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CRUD</a:t>
            </a: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(Create, Read, Update, Delete) usando </a:t>
            </a:r>
            <a:r>
              <a:rPr b="1"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HTTP</a:t>
            </a: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y formatos como </a:t>
            </a:r>
            <a:r>
              <a:rPr b="1"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JSON o XML</a:t>
            </a: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 basa en principios como la URL parametrizable para consultas (filtrado, ordenación, paginación) y la interoperabilidad entre sistemas.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Para la primera parte del bootcamp vamos a usar el servicio Odata: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https://services.odata.org/Northwind/Northwind.svc/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4" name="Google Shape;144;g2e3f38b686b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525" y="3410014"/>
            <a:ext cx="2389525" cy="12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3f38b686b_0_7"/>
          <p:cNvSpPr/>
          <p:nvPr/>
        </p:nvSpPr>
        <p:spPr>
          <a:xfrm rot="6547604">
            <a:off x="6938890" y="-344625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3f38b686b_0_14"/>
          <p:cNvSpPr txBox="1"/>
          <p:nvPr>
            <p:ph type="title"/>
          </p:nvPr>
        </p:nvSpPr>
        <p:spPr>
          <a:xfrm>
            <a:off x="485225" y="348175"/>
            <a:ext cx="793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¿Qué es Destination en SAP BTP?</a:t>
            </a:r>
            <a:endParaRPr/>
          </a:p>
        </p:txBody>
      </p:sp>
      <p:sp>
        <p:nvSpPr>
          <p:cNvPr id="151" name="Google Shape;151;g2e3f38b686b_0_14"/>
          <p:cNvSpPr txBox="1"/>
          <p:nvPr/>
        </p:nvSpPr>
        <p:spPr>
          <a:xfrm>
            <a:off x="485225" y="1228225"/>
            <a:ext cx="83601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Destination en SAP Business Technology Platform (BTP) es un recurso que permite a las aplicaciones conectarse a servicios externos, sistemas o APIs.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Funciona como un punto de acceso que define cómo una aplicación puede interactuar con otros servicios, facilitando la integración y la comunicación entre diferentes sistemas.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Para la configuración de del destination siga los pasos descritos </a:t>
            </a:r>
            <a:r>
              <a:rPr lang="en-US" sz="13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Adicional a los parámetros del tutorial anterior se debe agregar el parámetro </a:t>
            </a:r>
            <a:r>
              <a:rPr b="1" lang="en-US" sz="1300">
                <a:solidFill>
                  <a:schemeClr val="dk1"/>
                </a:solidFill>
              </a:rPr>
              <a:t>WebIDEUsage</a:t>
            </a:r>
            <a:r>
              <a:rPr lang="en-US" sz="1300">
                <a:solidFill>
                  <a:schemeClr val="dk1"/>
                </a:solidFill>
              </a:rPr>
              <a:t> para visualizar el destination desde el BAS:</a:t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g2e3f38b686b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013" y="3321050"/>
            <a:ext cx="33242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e3f38b686b_0_14"/>
          <p:cNvSpPr/>
          <p:nvPr/>
        </p:nvSpPr>
        <p:spPr>
          <a:xfrm rot="6547604">
            <a:off x="991565" y="203644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3f38b686b_0_21"/>
          <p:cNvSpPr txBox="1"/>
          <p:nvPr>
            <p:ph type="title"/>
          </p:nvPr>
        </p:nvSpPr>
        <p:spPr>
          <a:xfrm>
            <a:off x="485225" y="348175"/>
            <a:ext cx="793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020">
                <a:latin typeface="Arial"/>
                <a:ea typeface="Arial"/>
                <a:cs typeface="Arial"/>
                <a:sym typeface="Arial"/>
              </a:rPr>
              <a:t>Destination Northwind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2e3f38b686b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00" y="967549"/>
            <a:ext cx="7246451" cy="36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e3f38b686b_0_21"/>
          <p:cNvSpPr/>
          <p:nvPr/>
        </p:nvSpPr>
        <p:spPr>
          <a:xfrm rot="6547604">
            <a:off x="6420040" y="-358562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66" name="Google Shape;16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431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69" name="Google Shape;169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70" name="Google Shape;170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" name="Google Shape;19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" name="Google Shape;19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