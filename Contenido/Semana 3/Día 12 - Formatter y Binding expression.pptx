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2" roundtripDataSignature="AMtx7mgDMIMaAubl7olnanAgLkYU3Fwq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2"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txBox="1"/>
          <p:nvPr>
            <p:ph idx="1" type="body"/>
          </p:nvPr>
        </p:nvSpPr>
        <p:spPr>
          <a:xfrm>
            <a:off x="1036320" y="2687378"/>
            <a:ext cx="8289900" cy="254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26" name="Google Shape;126;p1:notes"/>
          <p:cNvSpPr/>
          <p:nvPr>
            <p:ph idx="2" type="sldImg"/>
          </p:nvPr>
        </p:nvSpPr>
        <p:spPr>
          <a:xfrm>
            <a:off x="711360" y="429908"/>
            <a:ext cx="8939700" cy="2121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4101d08ad_0_0:notes"/>
          <p:cNvSpPr/>
          <p:nvPr>
            <p:ph idx="2" type="sldImg"/>
          </p:nvPr>
        </p:nvSpPr>
        <p:spPr>
          <a:xfrm>
            <a:off x="508400" y="385763"/>
            <a:ext cx="81279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2e4101d08ad_0_0:notes"/>
          <p:cNvSpPr txBox="1"/>
          <p:nvPr>
            <p:ph idx="1" type="body"/>
          </p:nvPr>
        </p:nvSpPr>
        <p:spPr>
          <a:xfrm>
            <a:off x="914400" y="2443163"/>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4612dade3_0_70:notes"/>
          <p:cNvSpPr/>
          <p:nvPr>
            <p:ph idx="2" type="sldImg"/>
          </p:nvPr>
        </p:nvSpPr>
        <p:spPr>
          <a:xfrm>
            <a:off x="508400" y="385763"/>
            <a:ext cx="81279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44612dade3_0_70:notes"/>
          <p:cNvSpPr txBox="1"/>
          <p:nvPr>
            <p:ph idx="1" type="body"/>
          </p:nvPr>
        </p:nvSpPr>
        <p:spPr>
          <a:xfrm>
            <a:off x="914400" y="2443163"/>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4612dade3_0_79:notes"/>
          <p:cNvSpPr/>
          <p:nvPr>
            <p:ph idx="2" type="sldImg"/>
          </p:nvPr>
        </p:nvSpPr>
        <p:spPr>
          <a:xfrm>
            <a:off x="508400" y="385763"/>
            <a:ext cx="81279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44612dade3_0_79:notes"/>
          <p:cNvSpPr txBox="1"/>
          <p:nvPr>
            <p:ph idx="1" type="body"/>
          </p:nvPr>
        </p:nvSpPr>
        <p:spPr>
          <a:xfrm>
            <a:off x="914400" y="2443163"/>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9" name="Shape 9"/>
        <p:cNvGrpSpPr/>
        <p:nvPr/>
      </p:nvGrpSpPr>
      <p:grpSpPr>
        <a:xfrm>
          <a:off x="0" y="0"/>
          <a:ext cx="0" cy="0"/>
          <a:chOff x="0" y="0"/>
          <a:chExt cx="0" cy="0"/>
        </a:xfrm>
      </p:grpSpPr>
      <p:sp>
        <p:nvSpPr>
          <p:cNvPr id="10" name="Google Shape;10;p14"/>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14"/>
          <p:cNvSpPr txBox="1"/>
          <p:nvPr>
            <p:ph idx="1" type="body"/>
          </p:nvPr>
        </p:nvSpPr>
        <p:spPr>
          <a:xfrm>
            <a:off x="311760" y="1152360"/>
            <a:ext cx="85200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12" name="Shape 12"/>
        <p:cNvGrpSpPr/>
        <p:nvPr/>
      </p:nvGrpSpPr>
      <p:grpSpPr>
        <a:xfrm>
          <a:off x="0" y="0"/>
          <a:ext cx="0" cy="0"/>
          <a:chOff x="0" y="0"/>
          <a:chExt cx="0" cy="0"/>
        </a:xfrm>
      </p:grpSpPr>
      <p:sp>
        <p:nvSpPr>
          <p:cNvPr id="13" name="Google Shape;13;g2e4101d08ad_0_6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g2e4101d08ad_0_61"/>
          <p:cNvSpPr txBox="1"/>
          <p:nvPr>
            <p:ph idx="1" type="body"/>
          </p:nvPr>
        </p:nvSpPr>
        <p:spPr>
          <a:xfrm>
            <a:off x="311700" y="1152475"/>
            <a:ext cx="8520600" cy="34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 name="Google Shape;15;g2e4101d08ad_0_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 name="Shape 16"/>
        <p:cNvGrpSpPr/>
        <p:nvPr/>
      </p:nvGrpSpPr>
      <p:grpSpPr>
        <a:xfrm>
          <a:off x="0" y="0"/>
          <a:ext cx="0" cy="0"/>
          <a:chOff x="0" y="0"/>
          <a:chExt cx="0" cy="0"/>
        </a:xfrm>
      </p:grpSpPr>
      <p:sp>
        <p:nvSpPr>
          <p:cNvPr id="17" name="Google Shape;17;p46"/>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6"/>
          <p:cNvSpPr txBox="1"/>
          <p:nvPr>
            <p:ph idx="1" type="subTitle"/>
          </p:nvPr>
        </p:nvSpPr>
        <p:spPr>
          <a:xfrm>
            <a:off x="311760" y="1152360"/>
            <a:ext cx="8520000" cy="341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9" name="Shape 1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0" name="Shape 20"/>
        <p:cNvGrpSpPr/>
        <p:nvPr/>
      </p:nvGrpSpPr>
      <p:grpSpPr>
        <a:xfrm>
          <a:off x="0" y="0"/>
          <a:ext cx="0" cy="0"/>
          <a:chOff x="0" y="0"/>
          <a:chExt cx="0" cy="0"/>
        </a:xfrm>
      </p:grpSpPr>
      <p:sp>
        <p:nvSpPr>
          <p:cNvPr id="21" name="Google Shape;21;p48"/>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8"/>
          <p:cNvSpPr txBox="1"/>
          <p:nvPr>
            <p:ph idx="1" type="body"/>
          </p:nvPr>
        </p:nvSpPr>
        <p:spPr>
          <a:xfrm>
            <a:off x="31176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 name="Google Shape;23;p48"/>
          <p:cNvSpPr txBox="1"/>
          <p:nvPr>
            <p:ph idx="2" type="body"/>
          </p:nvPr>
        </p:nvSpPr>
        <p:spPr>
          <a:xfrm>
            <a:off x="467784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49"/>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6" name="Shape 26"/>
        <p:cNvGrpSpPr/>
        <p:nvPr/>
      </p:nvGrpSpPr>
      <p:grpSpPr>
        <a:xfrm>
          <a:off x="0" y="0"/>
          <a:ext cx="0" cy="0"/>
          <a:chOff x="0" y="0"/>
          <a:chExt cx="0" cy="0"/>
        </a:xfrm>
      </p:grpSpPr>
      <p:sp>
        <p:nvSpPr>
          <p:cNvPr id="27" name="Google Shape;27;p50"/>
          <p:cNvSpPr txBox="1"/>
          <p:nvPr>
            <p:ph idx="1" type="subTitle"/>
          </p:nvPr>
        </p:nvSpPr>
        <p:spPr>
          <a:xfrm>
            <a:off x="311760" y="444960"/>
            <a:ext cx="8520000" cy="2654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8" name="Shape 28"/>
        <p:cNvGrpSpPr/>
        <p:nvPr/>
      </p:nvGrpSpPr>
      <p:grpSpPr>
        <a:xfrm>
          <a:off x="0" y="0"/>
          <a:ext cx="0" cy="0"/>
          <a:chOff x="0" y="0"/>
          <a:chExt cx="0" cy="0"/>
        </a:xfrm>
      </p:grpSpPr>
      <p:sp>
        <p:nvSpPr>
          <p:cNvPr id="29" name="Google Shape;29;p51"/>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1"/>
          <p:cNvSpPr txBox="1"/>
          <p:nvPr>
            <p:ph idx="1" type="body"/>
          </p:nvPr>
        </p:nvSpPr>
        <p:spPr>
          <a:xfrm>
            <a:off x="31176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51"/>
          <p:cNvSpPr txBox="1"/>
          <p:nvPr>
            <p:ph idx="2" type="body"/>
          </p:nvPr>
        </p:nvSpPr>
        <p:spPr>
          <a:xfrm>
            <a:off x="467784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51"/>
          <p:cNvSpPr txBox="1"/>
          <p:nvPr>
            <p:ph idx="3" type="body"/>
          </p:nvPr>
        </p:nvSpPr>
        <p:spPr>
          <a:xfrm>
            <a:off x="31176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2"/>
          <p:cNvSpPr txBox="1"/>
          <p:nvPr>
            <p:ph idx="1" type="body"/>
          </p:nvPr>
        </p:nvSpPr>
        <p:spPr>
          <a:xfrm>
            <a:off x="31176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52"/>
          <p:cNvSpPr txBox="1"/>
          <p:nvPr>
            <p:ph idx="2" type="body"/>
          </p:nvPr>
        </p:nvSpPr>
        <p:spPr>
          <a:xfrm>
            <a:off x="467784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52"/>
          <p:cNvSpPr txBox="1"/>
          <p:nvPr>
            <p:ph idx="3" type="body"/>
          </p:nvPr>
        </p:nvSpPr>
        <p:spPr>
          <a:xfrm>
            <a:off x="467784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8" name="Shape 38"/>
        <p:cNvGrpSpPr/>
        <p:nvPr/>
      </p:nvGrpSpPr>
      <p:grpSpPr>
        <a:xfrm>
          <a:off x="0" y="0"/>
          <a:ext cx="0" cy="0"/>
          <a:chOff x="0" y="0"/>
          <a:chExt cx="0" cy="0"/>
        </a:xfrm>
      </p:grpSpPr>
      <p:sp>
        <p:nvSpPr>
          <p:cNvPr id="39" name="Google Shape;39;p53"/>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3"/>
          <p:cNvSpPr txBox="1"/>
          <p:nvPr>
            <p:ph idx="1" type="body"/>
          </p:nvPr>
        </p:nvSpPr>
        <p:spPr>
          <a:xfrm>
            <a:off x="31176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53"/>
          <p:cNvSpPr txBox="1"/>
          <p:nvPr>
            <p:ph idx="2" type="body"/>
          </p:nvPr>
        </p:nvSpPr>
        <p:spPr>
          <a:xfrm>
            <a:off x="467784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53"/>
          <p:cNvSpPr txBox="1"/>
          <p:nvPr>
            <p:ph idx="3" type="body"/>
          </p:nvPr>
        </p:nvSpPr>
        <p:spPr>
          <a:xfrm>
            <a:off x="311760" y="2936880"/>
            <a:ext cx="85200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3" name="Shape 43"/>
        <p:cNvGrpSpPr/>
        <p:nvPr/>
      </p:nvGrpSpPr>
      <p:grpSpPr>
        <a:xfrm>
          <a:off x="0" y="0"/>
          <a:ext cx="0" cy="0"/>
          <a:chOff x="0" y="0"/>
          <a:chExt cx="0" cy="0"/>
        </a:xfrm>
      </p:grpSpPr>
      <p:sp>
        <p:nvSpPr>
          <p:cNvPr id="44" name="Google Shape;44;p54"/>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4"/>
          <p:cNvSpPr txBox="1"/>
          <p:nvPr>
            <p:ph idx="1" type="body"/>
          </p:nvPr>
        </p:nvSpPr>
        <p:spPr>
          <a:xfrm>
            <a:off x="311760" y="1152360"/>
            <a:ext cx="85200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54"/>
          <p:cNvSpPr txBox="1"/>
          <p:nvPr>
            <p:ph idx="2" type="body"/>
          </p:nvPr>
        </p:nvSpPr>
        <p:spPr>
          <a:xfrm>
            <a:off x="311760" y="2936880"/>
            <a:ext cx="85200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 name="Shape 47"/>
        <p:cNvGrpSpPr/>
        <p:nvPr/>
      </p:nvGrpSpPr>
      <p:grpSpPr>
        <a:xfrm>
          <a:off x="0" y="0"/>
          <a:ext cx="0" cy="0"/>
          <a:chOff x="0" y="0"/>
          <a:chExt cx="0" cy="0"/>
        </a:xfrm>
      </p:grpSpPr>
      <p:sp>
        <p:nvSpPr>
          <p:cNvPr id="48" name="Google Shape;48;p55"/>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5"/>
          <p:cNvSpPr txBox="1"/>
          <p:nvPr>
            <p:ph idx="1" type="body"/>
          </p:nvPr>
        </p:nvSpPr>
        <p:spPr>
          <a:xfrm>
            <a:off x="31176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55"/>
          <p:cNvSpPr txBox="1"/>
          <p:nvPr>
            <p:ph idx="2" type="body"/>
          </p:nvPr>
        </p:nvSpPr>
        <p:spPr>
          <a:xfrm>
            <a:off x="467784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55"/>
          <p:cNvSpPr txBox="1"/>
          <p:nvPr>
            <p:ph idx="3" type="body"/>
          </p:nvPr>
        </p:nvSpPr>
        <p:spPr>
          <a:xfrm>
            <a:off x="31176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2" name="Google Shape;52;p55"/>
          <p:cNvSpPr txBox="1"/>
          <p:nvPr>
            <p:ph idx="4" type="body"/>
          </p:nvPr>
        </p:nvSpPr>
        <p:spPr>
          <a:xfrm>
            <a:off x="467784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3" name="Shape 53"/>
        <p:cNvGrpSpPr/>
        <p:nvPr/>
      </p:nvGrpSpPr>
      <p:grpSpPr>
        <a:xfrm>
          <a:off x="0" y="0"/>
          <a:ext cx="0" cy="0"/>
          <a:chOff x="0" y="0"/>
          <a:chExt cx="0" cy="0"/>
        </a:xfrm>
      </p:grpSpPr>
      <p:sp>
        <p:nvSpPr>
          <p:cNvPr id="54" name="Google Shape;54;p56"/>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6"/>
          <p:cNvSpPr txBox="1"/>
          <p:nvPr>
            <p:ph idx="1" type="body"/>
          </p:nvPr>
        </p:nvSpPr>
        <p:spPr>
          <a:xfrm>
            <a:off x="311760" y="115236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56"/>
          <p:cNvSpPr txBox="1"/>
          <p:nvPr>
            <p:ph idx="2" type="body"/>
          </p:nvPr>
        </p:nvSpPr>
        <p:spPr>
          <a:xfrm>
            <a:off x="3192480" y="115236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56"/>
          <p:cNvSpPr txBox="1"/>
          <p:nvPr>
            <p:ph idx="3" type="body"/>
          </p:nvPr>
        </p:nvSpPr>
        <p:spPr>
          <a:xfrm>
            <a:off x="6073200" y="115236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56"/>
          <p:cNvSpPr txBox="1"/>
          <p:nvPr>
            <p:ph idx="4" type="body"/>
          </p:nvPr>
        </p:nvSpPr>
        <p:spPr>
          <a:xfrm>
            <a:off x="311760" y="293688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56"/>
          <p:cNvSpPr txBox="1"/>
          <p:nvPr>
            <p:ph idx="5" type="body"/>
          </p:nvPr>
        </p:nvSpPr>
        <p:spPr>
          <a:xfrm>
            <a:off x="3192480" y="293688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0" name="Google Shape;60;p56"/>
          <p:cNvSpPr txBox="1"/>
          <p:nvPr>
            <p:ph idx="6" type="body"/>
          </p:nvPr>
        </p:nvSpPr>
        <p:spPr>
          <a:xfrm>
            <a:off x="6073200" y="293688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61" name="Shape 61"/>
        <p:cNvGrpSpPr/>
        <p:nvPr/>
      </p:nvGrpSpPr>
      <p:grpSpPr>
        <a:xfrm>
          <a:off x="0" y="0"/>
          <a:ext cx="0" cy="0"/>
          <a:chOff x="0" y="0"/>
          <a:chExt cx="0" cy="0"/>
        </a:xfrm>
      </p:grpSpPr>
      <p:sp>
        <p:nvSpPr>
          <p:cNvPr id="62" name="Google Shape;62;g344612dade3_0_6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g344612dade3_0_66"/>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228600" lvl="0" marL="457200">
              <a:spcBef>
                <a:spcPts val="0"/>
              </a:spcBef>
              <a:spcAft>
                <a:spcPts val="0"/>
              </a:spcAft>
              <a:buSzPts val="1400"/>
              <a:buNone/>
              <a:defRPr/>
            </a:lvl1pPr>
            <a:lvl2pPr indent="-228600" lvl="1" marL="914400">
              <a:spcBef>
                <a:spcPts val="0"/>
              </a:spcBef>
              <a:spcAft>
                <a:spcPts val="0"/>
              </a:spcAft>
              <a:buSzPts val="1400"/>
              <a:buNone/>
              <a:defRPr/>
            </a:lvl2pPr>
            <a:lvl3pPr indent="-228600" lvl="2" marL="1371600">
              <a:spcBef>
                <a:spcPts val="0"/>
              </a:spcBef>
              <a:spcAft>
                <a:spcPts val="0"/>
              </a:spcAft>
              <a:buSzPts val="1400"/>
              <a:buNone/>
              <a:defRPr/>
            </a:lvl3pPr>
            <a:lvl4pPr indent="-228600" lvl="3" marL="1828800">
              <a:spcBef>
                <a:spcPts val="0"/>
              </a:spcBef>
              <a:spcAft>
                <a:spcPts val="0"/>
              </a:spcAft>
              <a:buSzPts val="1400"/>
              <a:buNone/>
              <a:defRPr/>
            </a:lvl4pPr>
            <a:lvl5pPr indent="-228600" lvl="4" marL="2286000">
              <a:spcBef>
                <a:spcPts val="0"/>
              </a:spcBef>
              <a:spcAft>
                <a:spcPts val="0"/>
              </a:spcAft>
              <a:buSzPts val="1400"/>
              <a:buNone/>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64" name="Google Shape;64;g344612dade3_0_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1" name="Shape 71"/>
        <p:cNvGrpSpPr/>
        <p:nvPr/>
      </p:nvGrpSpPr>
      <p:grpSpPr>
        <a:xfrm>
          <a:off x="0" y="0"/>
          <a:ext cx="0" cy="0"/>
          <a:chOff x="0" y="0"/>
          <a:chExt cx="0" cy="0"/>
        </a:xfrm>
      </p:grpSpPr>
      <p:sp>
        <p:nvSpPr>
          <p:cNvPr id="72" name="Google Shape;72;p17"/>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chemeClr val="lt1"/>
        </a:solidFill>
      </p:bgPr>
    </p:bg>
    <p:spTree>
      <p:nvGrpSpPr>
        <p:cNvPr id="76" name="Shape 76"/>
        <p:cNvGrpSpPr/>
        <p:nvPr/>
      </p:nvGrpSpPr>
      <p:grpSpPr>
        <a:xfrm>
          <a:off x="0" y="0"/>
          <a:ext cx="0" cy="0"/>
          <a:chOff x="0" y="0"/>
          <a:chExt cx="0" cy="0"/>
        </a:xfrm>
      </p:grpSpPr>
      <p:sp>
        <p:nvSpPr>
          <p:cNvPr id="77" name="Google Shape;77;p16"/>
          <p:cNvSpPr/>
          <p:nvPr/>
        </p:nvSpPr>
        <p:spPr>
          <a:xfrm>
            <a:off x="342620" y="372656"/>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6"/>
          <p:cNvSpPr/>
          <p:nvPr/>
        </p:nvSpPr>
        <p:spPr>
          <a:xfrm>
            <a:off x="263228" y="3703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6"/>
          <p:cNvSpPr/>
          <p:nvPr/>
        </p:nvSpPr>
        <p:spPr>
          <a:xfrm>
            <a:off x="183835" y="3703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6"/>
          <p:cNvSpPr/>
          <p:nvPr/>
        </p:nvSpPr>
        <p:spPr>
          <a:xfrm>
            <a:off x="104442" y="370342"/>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6"/>
          <p:cNvSpPr/>
          <p:nvPr/>
        </p:nvSpPr>
        <p:spPr>
          <a:xfrm>
            <a:off x="25049" y="3703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p:nvPr/>
        </p:nvSpPr>
        <p:spPr>
          <a:xfrm>
            <a:off x="342620" y="452049"/>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p:nvPr/>
        </p:nvSpPr>
        <p:spPr>
          <a:xfrm>
            <a:off x="263228" y="4497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6"/>
          <p:cNvSpPr/>
          <p:nvPr/>
        </p:nvSpPr>
        <p:spPr>
          <a:xfrm>
            <a:off x="183835" y="4497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6"/>
          <p:cNvSpPr/>
          <p:nvPr/>
        </p:nvSpPr>
        <p:spPr>
          <a:xfrm>
            <a:off x="104442" y="449735"/>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6"/>
          <p:cNvSpPr/>
          <p:nvPr/>
        </p:nvSpPr>
        <p:spPr>
          <a:xfrm>
            <a:off x="25049" y="4497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6"/>
          <p:cNvSpPr/>
          <p:nvPr/>
        </p:nvSpPr>
        <p:spPr>
          <a:xfrm>
            <a:off x="342620" y="5314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p:nvPr/>
        </p:nvSpPr>
        <p:spPr>
          <a:xfrm>
            <a:off x="263228" y="529128"/>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6"/>
          <p:cNvSpPr/>
          <p:nvPr/>
        </p:nvSpPr>
        <p:spPr>
          <a:xfrm>
            <a:off x="183835" y="529128"/>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6"/>
          <p:cNvSpPr/>
          <p:nvPr/>
        </p:nvSpPr>
        <p:spPr>
          <a:xfrm>
            <a:off x="104442" y="529128"/>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6"/>
          <p:cNvSpPr/>
          <p:nvPr/>
        </p:nvSpPr>
        <p:spPr>
          <a:xfrm>
            <a:off x="25049" y="529128"/>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6"/>
          <p:cNvSpPr/>
          <p:nvPr/>
        </p:nvSpPr>
        <p:spPr>
          <a:xfrm>
            <a:off x="342620" y="6108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6"/>
          <p:cNvSpPr/>
          <p:nvPr/>
        </p:nvSpPr>
        <p:spPr>
          <a:xfrm>
            <a:off x="263228" y="608521"/>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6"/>
          <p:cNvSpPr/>
          <p:nvPr/>
        </p:nvSpPr>
        <p:spPr>
          <a:xfrm>
            <a:off x="183835" y="608521"/>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6"/>
          <p:cNvSpPr/>
          <p:nvPr/>
        </p:nvSpPr>
        <p:spPr>
          <a:xfrm>
            <a:off x="104442" y="608521"/>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6"/>
          <p:cNvSpPr/>
          <p:nvPr/>
        </p:nvSpPr>
        <p:spPr>
          <a:xfrm>
            <a:off x="25049" y="608521"/>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6"/>
          <p:cNvSpPr/>
          <p:nvPr/>
        </p:nvSpPr>
        <p:spPr>
          <a:xfrm>
            <a:off x="342620" y="690227"/>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6"/>
          <p:cNvSpPr/>
          <p:nvPr/>
        </p:nvSpPr>
        <p:spPr>
          <a:xfrm>
            <a:off x="263228" y="687913"/>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6"/>
          <p:cNvSpPr/>
          <p:nvPr/>
        </p:nvSpPr>
        <p:spPr>
          <a:xfrm>
            <a:off x="183835" y="687913"/>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6"/>
          <p:cNvSpPr/>
          <p:nvPr/>
        </p:nvSpPr>
        <p:spPr>
          <a:xfrm>
            <a:off x="104442" y="687913"/>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6"/>
          <p:cNvSpPr/>
          <p:nvPr/>
        </p:nvSpPr>
        <p:spPr>
          <a:xfrm>
            <a:off x="25049" y="687913"/>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6"/>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6"/>
          <p:cNvSpPr txBox="1"/>
          <p:nvPr>
            <p:ph idx="1" type="body"/>
          </p:nvPr>
        </p:nvSpPr>
        <p:spPr>
          <a:xfrm>
            <a:off x="271660" y="1527519"/>
            <a:ext cx="4871720" cy="351662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0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4" name="Google Shape;104;p1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7" name="Shape 107"/>
        <p:cNvGrpSpPr/>
        <p:nvPr/>
      </p:nvGrpSpPr>
      <p:grpSpPr>
        <a:xfrm>
          <a:off x="0" y="0"/>
          <a:ext cx="0" cy="0"/>
          <a:chOff x="0" y="0"/>
          <a:chExt cx="0" cy="0"/>
        </a:xfrm>
      </p:grpSpPr>
      <p:sp>
        <p:nvSpPr>
          <p:cNvPr id="108" name="Google Shape;108;p20"/>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0"/>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0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0"/>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13" name="Shape 113"/>
        <p:cNvGrpSpPr/>
        <p:nvPr/>
      </p:nvGrpSpPr>
      <p:grpSpPr>
        <a:xfrm>
          <a:off x="0" y="0"/>
          <a:ext cx="0" cy="0"/>
          <a:chOff x="0" y="0"/>
          <a:chExt cx="0" cy="0"/>
        </a:xfrm>
      </p:grpSpPr>
      <p:sp>
        <p:nvSpPr>
          <p:cNvPr id="114" name="Google Shape;114;p21"/>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1"/>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6" name="Google Shape;116;p21"/>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7" name="Google Shape;117;p2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0" name="Shape 120"/>
        <p:cNvGrpSpPr/>
        <p:nvPr/>
      </p:nvGrpSpPr>
      <p:grpSpPr>
        <a:xfrm>
          <a:off x="0" y="0"/>
          <a:ext cx="0" cy="0"/>
          <a:chOff x="0" y="0"/>
          <a:chExt cx="0" cy="0"/>
        </a:xfrm>
      </p:grpSpPr>
      <p:sp>
        <p:nvSpPr>
          <p:cNvPr id="121" name="Google Shape;121;p2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311760" y="1152360"/>
            <a:ext cx="8520000" cy="34161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3"/>
          <p:cNvSpPr txBox="1"/>
          <p:nvPr>
            <p:ph idx="12" type="sldNum"/>
          </p:nvPr>
        </p:nvSpPr>
        <p:spPr>
          <a:xfrm>
            <a:off x="8472600" y="4663080"/>
            <a:ext cx="548400" cy="3930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8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 name="Google Shape;67;p15"/>
          <p:cNvSpPr txBox="1"/>
          <p:nvPr>
            <p:ph idx="1" type="body"/>
          </p:nvPr>
        </p:nvSpPr>
        <p:spPr>
          <a:xfrm>
            <a:off x="271660" y="1527519"/>
            <a:ext cx="4871720" cy="351662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000" u="none" cap="none" strike="noStrike">
                <a:solidFill>
                  <a:schemeClr val="dk1"/>
                </a:solidFill>
                <a:latin typeface="Trebuchet MS"/>
                <a:ea typeface="Trebuchet MS"/>
                <a:cs typeface="Trebuchet MS"/>
                <a:sym typeface="Trebuchet MS"/>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68" name="Google Shape;68;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9" name="Google Shape;69;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 name="Google Shape;70;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
          <p:cNvPicPr preferRelativeResize="0"/>
          <p:nvPr/>
        </p:nvPicPr>
        <p:blipFill rotWithShape="1">
          <a:blip r:embed="rId3">
            <a:alphaModFix/>
          </a:blip>
          <a:srcRect b="7765" l="17193" r="22021" t="5179"/>
          <a:stretch/>
        </p:blipFill>
        <p:spPr>
          <a:xfrm>
            <a:off x="-6840" y="0"/>
            <a:ext cx="9143640" cy="5143320"/>
          </a:xfrm>
          <a:prstGeom prst="rect">
            <a:avLst/>
          </a:prstGeom>
          <a:noFill/>
          <a:ln>
            <a:noFill/>
          </a:ln>
        </p:spPr>
      </p:pic>
      <p:sp>
        <p:nvSpPr>
          <p:cNvPr id="129" name="Google Shape;129;p1"/>
          <p:cNvSpPr/>
          <p:nvPr/>
        </p:nvSpPr>
        <p:spPr>
          <a:xfrm>
            <a:off x="889560" y="1602720"/>
            <a:ext cx="7353000" cy="1918500"/>
          </a:xfrm>
          <a:prstGeom prst="rect">
            <a:avLst/>
          </a:prstGeom>
          <a:noFill/>
          <a:ln>
            <a:noFill/>
          </a:ln>
          <a:effectLst>
            <a:outerShdw dir="4541983" dist="18947">
              <a:srgbClr val="000000">
                <a:alpha val="2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Filtro con Combobox</a:t>
            </a:r>
            <a:endParaRPr b="0" i="0" sz="2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2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2800" u="none" cap="none" strike="noStrike">
              <a:solidFill>
                <a:schemeClr val="lt1"/>
              </a:solidFill>
              <a:latin typeface="Arial"/>
              <a:ea typeface="Arial"/>
              <a:cs typeface="Arial"/>
              <a:sym typeface="Arial"/>
            </a:endParaRPr>
          </a:p>
        </p:txBody>
      </p:sp>
      <p:pic>
        <p:nvPicPr>
          <p:cNvPr id="130" name="Google Shape;130;p1"/>
          <p:cNvPicPr preferRelativeResize="0"/>
          <p:nvPr/>
        </p:nvPicPr>
        <p:blipFill rotWithShape="1">
          <a:blip r:embed="rId4">
            <a:alphaModFix/>
          </a:blip>
          <a:srcRect b="0" l="0" r="0" t="0"/>
          <a:stretch/>
        </p:blipFill>
        <p:spPr>
          <a:xfrm>
            <a:off x="1017000" y="1155625"/>
            <a:ext cx="1272242" cy="370080"/>
          </a:xfrm>
          <a:prstGeom prst="rect">
            <a:avLst/>
          </a:prstGeom>
          <a:noFill/>
          <a:ln>
            <a:noFill/>
          </a:ln>
          <a:effectLst>
            <a:outerShdw dir="4541983" dist="18947">
              <a:srgbClr val="000000">
                <a:alpha val="29803"/>
              </a:srgbClr>
            </a:outerShdw>
          </a:effectLst>
        </p:spPr>
      </p:pic>
      <p:sp>
        <p:nvSpPr>
          <p:cNvPr id="131" name="Google Shape;131;p1"/>
          <p:cNvSpPr/>
          <p:nvPr/>
        </p:nvSpPr>
        <p:spPr>
          <a:xfrm flipH="1" rot="5400000">
            <a:off x="2455320" y="3864720"/>
            <a:ext cx="186000" cy="1557600"/>
          </a:xfrm>
          <a:prstGeom prst="roundRect">
            <a:avLst>
              <a:gd fmla="val 50000" name="adj"/>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flipH="1" rot="5400000">
            <a:off x="646140" y="4218420"/>
            <a:ext cx="174300" cy="305700"/>
          </a:xfrm>
          <a:prstGeom prst="roundRect">
            <a:avLst>
              <a:gd fmla="val 50000" name="adj"/>
            </a:avLst>
          </a:prstGeom>
          <a:gradFill>
            <a:gsLst>
              <a:gs pos="0">
                <a:srgbClr val="A6CE39"/>
              </a:gs>
              <a:gs pos="100000">
                <a:srgbClr val="39B54A"/>
              </a:gs>
            </a:gsLst>
            <a:lin ang="80938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flipH="1" rot="5400000">
            <a:off x="1659210" y="3815610"/>
            <a:ext cx="174300" cy="880200"/>
          </a:xfrm>
          <a:prstGeom prst="roundRect">
            <a:avLst>
              <a:gd fmla="val 50000" name="adj"/>
            </a:avLst>
          </a:prstGeom>
          <a:gradFill>
            <a:gsLst>
              <a:gs pos="0">
                <a:srgbClr val="A6CE39"/>
              </a:gs>
              <a:gs pos="100000">
                <a:srgbClr val="39B54A"/>
              </a:gs>
            </a:gsLst>
            <a:lin ang="80938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flipH="1" rot="5400000">
            <a:off x="881970" y="3472530"/>
            <a:ext cx="174300" cy="880200"/>
          </a:xfrm>
          <a:prstGeom prst="roundRect">
            <a:avLst>
              <a:gd fmla="val 50000" name="adj"/>
            </a:avLst>
          </a:prstGeom>
          <a:gradFill>
            <a:gsLst>
              <a:gs pos="0">
                <a:srgbClr val="A6CE39"/>
              </a:gs>
              <a:gs pos="100000">
                <a:srgbClr val="39B54A"/>
              </a:gs>
            </a:gsLst>
            <a:lin ang="80938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1772280" y="4550040"/>
            <a:ext cx="186000" cy="186000"/>
          </a:xfrm>
          <a:prstGeom prst="ellipse">
            <a:avLst/>
          </a:prstGeom>
          <a:gradFill>
            <a:gsLst>
              <a:gs pos="0">
                <a:srgbClr val="A6CE39"/>
              </a:gs>
              <a:gs pos="100000">
                <a:srgbClr val="39B54A"/>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6" name="Google Shape;136;p1"/>
          <p:cNvPicPr preferRelativeResize="0"/>
          <p:nvPr/>
        </p:nvPicPr>
        <p:blipFill rotWithShape="1">
          <a:blip r:embed="rId5">
            <a:alphaModFix/>
          </a:blip>
          <a:srcRect b="0" l="0" r="0" t="0"/>
          <a:stretch/>
        </p:blipFill>
        <p:spPr>
          <a:xfrm>
            <a:off x="1017000" y="2210989"/>
            <a:ext cx="1272252" cy="1272252"/>
          </a:xfrm>
          <a:prstGeom prst="rect">
            <a:avLst/>
          </a:prstGeom>
          <a:noFill/>
          <a:ln>
            <a:noFill/>
          </a:ln>
        </p:spPr>
      </p:pic>
      <p:sp>
        <p:nvSpPr>
          <p:cNvPr id="137" name="Google Shape;137;p1"/>
          <p:cNvSpPr/>
          <p:nvPr/>
        </p:nvSpPr>
        <p:spPr>
          <a:xfrm>
            <a:off x="7134901" y="4458424"/>
            <a:ext cx="2001900" cy="647400"/>
          </a:xfrm>
          <a:prstGeom prst="rect">
            <a:avLst/>
          </a:prstGeom>
          <a:noFill/>
          <a:ln>
            <a:noFill/>
          </a:ln>
          <a:effectLst>
            <a:outerShdw dir="4541983" dist="18947">
              <a:srgbClr val="000000">
                <a:alpha val="2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1" i="0" lang="en-US" sz="1700" u="none" cap="none" strike="noStrike">
                <a:solidFill>
                  <a:srgbClr val="FFFFFF"/>
                </a:solidFill>
                <a:latin typeface="Arial"/>
                <a:ea typeface="Arial"/>
                <a:cs typeface="Arial"/>
                <a:sym typeface="Arial"/>
              </a:rPr>
              <a:t>Bootcamp Fiori </a:t>
            </a:r>
            <a:endParaRPr b="1" i="0" sz="17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0"/>
              <a:buFont typeface="Arial"/>
              <a:buNone/>
            </a:pPr>
            <a:r>
              <a:rPr b="1" i="0" lang="en-US" sz="1700" u="none" cap="none" strike="noStrike">
                <a:solidFill>
                  <a:srgbClr val="FFFFFF"/>
                </a:solidFill>
                <a:latin typeface="Arial"/>
                <a:ea typeface="Arial"/>
                <a:cs typeface="Arial"/>
                <a:sym typeface="Arial"/>
              </a:rPr>
              <a:t>Día 11</a:t>
            </a:r>
            <a:endParaRPr b="1" i="0" sz="17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2e4101d08ad_0_0"/>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a:solidFill>
                  <a:schemeClr val="dk1"/>
                </a:solidFill>
                <a:latin typeface="Trebuchet MS"/>
                <a:ea typeface="Trebuchet MS"/>
                <a:cs typeface="Trebuchet MS"/>
                <a:sym typeface="Trebuchet MS"/>
              </a:rPr>
              <a:t>Formatter y Binding Expression</a:t>
            </a:r>
            <a:r>
              <a:rPr b="1" lang="en-US">
                <a:solidFill>
                  <a:schemeClr val="dk1"/>
                </a:solidFill>
              </a:rPr>
              <a:t> </a:t>
            </a:r>
            <a:endParaRPr b="1">
              <a:solidFill>
                <a:schemeClr val="dk1"/>
              </a:solidFill>
            </a:endParaRPr>
          </a:p>
          <a:p>
            <a:pPr indent="0" lvl="0" marL="0" rtl="0" algn="l">
              <a:lnSpc>
                <a:spcPct val="100000"/>
              </a:lnSpc>
              <a:spcBef>
                <a:spcPts val="0"/>
              </a:spcBef>
              <a:spcAft>
                <a:spcPts val="0"/>
              </a:spcAft>
              <a:buSzPts val="1400"/>
              <a:buNone/>
            </a:pPr>
            <a:r>
              <a:t/>
            </a:r>
            <a:endParaRPr b="1">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b="1">
              <a:latin typeface="Trebuchet MS"/>
              <a:ea typeface="Trebuchet MS"/>
              <a:cs typeface="Trebuchet MS"/>
              <a:sym typeface="Trebuchet MS"/>
            </a:endParaRPr>
          </a:p>
        </p:txBody>
      </p:sp>
      <p:sp>
        <p:nvSpPr>
          <p:cNvPr id="143" name="Google Shape;143;g2e4101d08ad_0_0"/>
          <p:cNvSpPr txBox="1"/>
          <p:nvPr>
            <p:ph idx="1" type="body"/>
          </p:nvPr>
        </p:nvSpPr>
        <p:spPr>
          <a:xfrm>
            <a:off x="278663" y="926475"/>
            <a:ext cx="8520600" cy="15138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n-US">
                <a:solidFill>
                  <a:schemeClr val="dk1"/>
                </a:solidFill>
                <a:latin typeface="Trebuchet MS"/>
                <a:ea typeface="Trebuchet MS"/>
                <a:cs typeface="Trebuchet MS"/>
                <a:sym typeface="Trebuchet MS"/>
              </a:rPr>
              <a:t>Con SAPUI5 tenemos la posibilidad de usar lógica ya sea en el controlador o en la vista xml para dar formato a la salida de un campo. Este tipo de recurso puede ser usado en las diferentes propiedades de los controles. Ej:</a:t>
            </a:r>
            <a:endParaRPr>
              <a:solidFill>
                <a:schemeClr val="dk1"/>
              </a:solidFill>
              <a:latin typeface="Trebuchet MS"/>
              <a:ea typeface="Trebuchet MS"/>
              <a:cs typeface="Trebuchet MS"/>
              <a:sym typeface="Trebuchet MS"/>
            </a:endParaRPr>
          </a:p>
          <a:p>
            <a:pPr indent="0" lvl="0" marL="457200" rtl="0" algn="just">
              <a:lnSpc>
                <a:spcPct val="115000"/>
              </a:lnSpc>
              <a:spcBef>
                <a:spcPts val="1200"/>
              </a:spcBef>
              <a:spcAft>
                <a:spcPts val="1200"/>
              </a:spcAft>
              <a:buSzPts val="1400"/>
              <a:buNone/>
            </a:pPr>
            <a:r>
              <a:t/>
            </a:r>
            <a:endParaRPr sz="1300">
              <a:solidFill>
                <a:schemeClr val="dk1"/>
              </a:solidFill>
              <a:latin typeface="Trebuchet MS"/>
              <a:ea typeface="Trebuchet MS"/>
              <a:cs typeface="Trebuchet MS"/>
              <a:sym typeface="Trebuchet MS"/>
            </a:endParaRPr>
          </a:p>
        </p:txBody>
      </p:sp>
      <p:sp>
        <p:nvSpPr>
          <p:cNvPr id="144" name="Google Shape;144;g2e4101d08ad_0_0"/>
          <p:cNvSpPr/>
          <p:nvPr/>
        </p:nvSpPr>
        <p:spPr>
          <a:xfrm rot="6547604">
            <a:off x="991570" y="2036431"/>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2e4101d08ad_0_0"/>
          <p:cNvSpPr/>
          <p:nvPr/>
        </p:nvSpPr>
        <p:spPr>
          <a:xfrm rot="6547604">
            <a:off x="7036920" y="-3425894"/>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 name="Google Shape;146;g2e4101d08ad_0_0"/>
          <p:cNvPicPr preferRelativeResize="0"/>
          <p:nvPr/>
        </p:nvPicPr>
        <p:blipFill rotWithShape="1">
          <a:blip r:embed="rId3">
            <a:alphaModFix/>
          </a:blip>
          <a:srcRect b="0" l="0" r="0" t="0"/>
          <a:stretch/>
        </p:blipFill>
        <p:spPr>
          <a:xfrm>
            <a:off x="-10" y="340650"/>
            <a:ext cx="236689" cy="269825"/>
          </a:xfrm>
          <a:prstGeom prst="rect">
            <a:avLst/>
          </a:prstGeom>
          <a:noFill/>
          <a:ln>
            <a:noFill/>
          </a:ln>
        </p:spPr>
      </p:pic>
      <p:pic>
        <p:nvPicPr>
          <p:cNvPr id="147" name="Google Shape;147;g2e4101d08ad_0_0"/>
          <p:cNvPicPr preferRelativeResize="0"/>
          <p:nvPr/>
        </p:nvPicPr>
        <p:blipFill>
          <a:blip r:embed="rId4">
            <a:alphaModFix/>
          </a:blip>
          <a:stretch>
            <a:fillRect/>
          </a:stretch>
        </p:blipFill>
        <p:spPr>
          <a:xfrm>
            <a:off x="731825" y="1946850"/>
            <a:ext cx="7551324" cy="2984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44612dade3_0_70"/>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a:solidFill>
                  <a:schemeClr val="dk1"/>
                </a:solidFill>
                <a:latin typeface="Trebuchet MS"/>
                <a:ea typeface="Trebuchet MS"/>
                <a:cs typeface="Trebuchet MS"/>
                <a:sym typeface="Trebuchet MS"/>
              </a:rPr>
              <a:t>Formatter</a:t>
            </a:r>
            <a:endParaRPr b="1" sz="28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b="1">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b="1">
              <a:latin typeface="Trebuchet MS"/>
              <a:ea typeface="Trebuchet MS"/>
              <a:cs typeface="Trebuchet MS"/>
              <a:sym typeface="Trebuchet MS"/>
            </a:endParaRPr>
          </a:p>
        </p:txBody>
      </p:sp>
      <p:sp>
        <p:nvSpPr>
          <p:cNvPr id="153" name="Google Shape;153;g344612dade3_0_70"/>
          <p:cNvSpPr txBox="1"/>
          <p:nvPr>
            <p:ph idx="1" type="body"/>
          </p:nvPr>
        </p:nvSpPr>
        <p:spPr>
          <a:xfrm>
            <a:off x="311700" y="1052300"/>
            <a:ext cx="8520600" cy="1513800"/>
          </a:xfrm>
          <a:prstGeom prst="rect">
            <a:avLst/>
          </a:prstGeom>
          <a:noFill/>
          <a:ln>
            <a:noFill/>
          </a:ln>
        </p:spPr>
        <p:txBody>
          <a:bodyPr anchorCtr="0" anchor="t" bIns="0" lIns="0" spcFirstLastPara="1" rIns="0" wrap="square" tIns="0">
            <a:normAutofit/>
          </a:bodyPr>
          <a:lstStyle/>
          <a:p>
            <a:pPr indent="0" lvl="0" marL="457200" rtl="0" algn="l">
              <a:spcBef>
                <a:spcPts val="0"/>
              </a:spcBef>
              <a:spcAft>
                <a:spcPts val="0"/>
              </a:spcAft>
              <a:buNone/>
            </a:pPr>
            <a:r>
              <a:rPr lang="en-US">
                <a:solidFill>
                  <a:schemeClr val="dk1"/>
                </a:solidFill>
              </a:rPr>
              <a:t>El formatter usa una función que puede estar definida en el controlador de la vista, pero lo recomendado es crear un archivo formatter.js donde se ingresan todas las funciones que se usen para aplicar formatters.</a:t>
            </a:r>
            <a:endParaRPr>
              <a:solidFill>
                <a:schemeClr val="dk1"/>
              </a:solidFill>
            </a:endParaRPr>
          </a:p>
          <a:p>
            <a:pPr indent="0" lvl="0" marL="457200" rtl="0" algn="just">
              <a:lnSpc>
                <a:spcPct val="115000"/>
              </a:lnSpc>
              <a:spcBef>
                <a:spcPts val="0"/>
              </a:spcBef>
              <a:spcAft>
                <a:spcPts val="0"/>
              </a:spcAft>
              <a:buNone/>
            </a:pPr>
            <a:r>
              <a:t/>
            </a:r>
            <a:endParaRPr>
              <a:solidFill>
                <a:schemeClr val="dk1"/>
              </a:solidFill>
              <a:latin typeface="Trebuchet MS"/>
              <a:ea typeface="Trebuchet MS"/>
              <a:cs typeface="Trebuchet MS"/>
              <a:sym typeface="Trebuchet MS"/>
            </a:endParaRPr>
          </a:p>
          <a:p>
            <a:pPr indent="0" lvl="0" marL="457200" rtl="0" algn="just">
              <a:lnSpc>
                <a:spcPct val="115000"/>
              </a:lnSpc>
              <a:spcBef>
                <a:spcPts val="1200"/>
              </a:spcBef>
              <a:spcAft>
                <a:spcPts val="1200"/>
              </a:spcAft>
              <a:buSzPts val="1400"/>
              <a:buNone/>
            </a:pPr>
            <a:r>
              <a:t/>
            </a:r>
            <a:endParaRPr sz="1300">
              <a:solidFill>
                <a:schemeClr val="dk1"/>
              </a:solidFill>
              <a:latin typeface="Trebuchet MS"/>
              <a:ea typeface="Trebuchet MS"/>
              <a:cs typeface="Trebuchet MS"/>
              <a:sym typeface="Trebuchet MS"/>
            </a:endParaRPr>
          </a:p>
        </p:txBody>
      </p:sp>
      <p:sp>
        <p:nvSpPr>
          <p:cNvPr id="154" name="Google Shape;154;g344612dade3_0_70"/>
          <p:cNvSpPr/>
          <p:nvPr/>
        </p:nvSpPr>
        <p:spPr>
          <a:xfrm rot="6547604">
            <a:off x="991575" y="2036416"/>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44612dade3_0_70"/>
          <p:cNvSpPr/>
          <p:nvPr/>
        </p:nvSpPr>
        <p:spPr>
          <a:xfrm rot="6547604">
            <a:off x="7036925" y="-3425909"/>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6" name="Google Shape;156;g344612dade3_0_70"/>
          <p:cNvPicPr preferRelativeResize="0"/>
          <p:nvPr/>
        </p:nvPicPr>
        <p:blipFill rotWithShape="1">
          <a:blip r:embed="rId3">
            <a:alphaModFix/>
          </a:blip>
          <a:srcRect b="0" l="0" r="0" t="0"/>
          <a:stretch/>
        </p:blipFill>
        <p:spPr>
          <a:xfrm>
            <a:off x="-10" y="340650"/>
            <a:ext cx="236689" cy="269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44612dade3_0_7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a:solidFill>
                  <a:schemeClr val="dk1"/>
                </a:solidFill>
                <a:latin typeface="Trebuchet MS"/>
                <a:ea typeface="Trebuchet MS"/>
                <a:cs typeface="Trebuchet MS"/>
                <a:sym typeface="Trebuchet MS"/>
              </a:rPr>
              <a:t>Binding Expression </a:t>
            </a:r>
            <a:endParaRPr b="1">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b="1">
              <a:latin typeface="Trebuchet MS"/>
              <a:ea typeface="Trebuchet MS"/>
              <a:cs typeface="Trebuchet MS"/>
              <a:sym typeface="Trebuchet MS"/>
            </a:endParaRPr>
          </a:p>
        </p:txBody>
      </p:sp>
      <p:sp>
        <p:nvSpPr>
          <p:cNvPr id="162" name="Google Shape;162;g344612dade3_0_79"/>
          <p:cNvSpPr txBox="1"/>
          <p:nvPr>
            <p:ph idx="1" type="body"/>
          </p:nvPr>
        </p:nvSpPr>
        <p:spPr>
          <a:xfrm>
            <a:off x="311700" y="1162400"/>
            <a:ext cx="8520600" cy="1513800"/>
          </a:xfrm>
          <a:prstGeom prst="rect">
            <a:avLst/>
          </a:prstGeom>
          <a:noFill/>
          <a:ln>
            <a:noFill/>
          </a:ln>
        </p:spPr>
        <p:txBody>
          <a:bodyPr anchorCtr="0" anchor="t" bIns="0" lIns="0" spcFirstLastPara="1" rIns="0" wrap="square" tIns="0">
            <a:normAutofit fontScale="92500" lnSpcReduction="10000"/>
          </a:bodyPr>
          <a:lstStyle/>
          <a:p>
            <a:pPr indent="0" lvl="0" marL="457200" rtl="0" algn="l">
              <a:spcBef>
                <a:spcPts val="0"/>
              </a:spcBef>
              <a:spcAft>
                <a:spcPts val="0"/>
              </a:spcAft>
              <a:buNone/>
            </a:pPr>
            <a:r>
              <a:rPr lang="en-US">
                <a:solidFill>
                  <a:schemeClr val="dk1"/>
                </a:solidFill>
                <a:latin typeface="Trebuchet MS"/>
                <a:ea typeface="Trebuchet MS"/>
                <a:cs typeface="Trebuchet MS"/>
                <a:sym typeface="Trebuchet MS"/>
              </a:rPr>
              <a:t>El binding expression es lógica que se aplica a nivel de la vista xml, este es recomendado cuando el criterio de evaluación es sencillo.</a:t>
            </a:r>
            <a:endParaRPr>
              <a:solidFill>
                <a:schemeClr val="dk1"/>
              </a:solidFill>
              <a:latin typeface="Trebuchet MS"/>
              <a:ea typeface="Trebuchet MS"/>
              <a:cs typeface="Trebuchet MS"/>
              <a:sym typeface="Trebuchet MS"/>
            </a:endParaRPr>
          </a:p>
          <a:p>
            <a:pPr indent="0" lvl="0" marL="457200" rtl="0" algn="l">
              <a:spcBef>
                <a:spcPts val="0"/>
              </a:spcBef>
              <a:spcAft>
                <a:spcPts val="0"/>
              </a:spcAft>
              <a:buNone/>
            </a:pPr>
            <a:r>
              <a:t/>
            </a:r>
            <a:endParaRPr>
              <a:solidFill>
                <a:schemeClr val="dk1"/>
              </a:solidFill>
              <a:latin typeface="Trebuchet MS"/>
              <a:ea typeface="Trebuchet MS"/>
              <a:cs typeface="Trebuchet MS"/>
              <a:sym typeface="Trebuchet MS"/>
            </a:endParaRPr>
          </a:p>
          <a:p>
            <a:pPr indent="0" lvl="0" marL="457200" rtl="0" algn="l">
              <a:spcBef>
                <a:spcPts val="0"/>
              </a:spcBef>
              <a:spcAft>
                <a:spcPts val="0"/>
              </a:spcAft>
              <a:buNone/>
            </a:pPr>
            <a:r>
              <a:rPr lang="en-US">
                <a:solidFill>
                  <a:schemeClr val="dk1"/>
                </a:solidFill>
                <a:latin typeface="Trebuchet MS"/>
                <a:ea typeface="Trebuchet MS"/>
                <a:cs typeface="Trebuchet MS"/>
                <a:sym typeface="Trebuchet MS"/>
              </a:rPr>
              <a:t>Cuando se trate de una lógica que pueda ser aplicada en diferentes campos o diferentes partes de la aplicación lo recomendado es realizarlo con un formatter.</a:t>
            </a:r>
            <a:endParaRPr>
              <a:solidFill>
                <a:schemeClr val="dk1"/>
              </a:solidFill>
              <a:latin typeface="Trebuchet MS"/>
              <a:ea typeface="Trebuchet MS"/>
              <a:cs typeface="Trebuchet MS"/>
              <a:sym typeface="Trebuchet MS"/>
            </a:endParaRPr>
          </a:p>
          <a:p>
            <a:pPr indent="0" lvl="0" marL="457200" rtl="0" algn="just">
              <a:lnSpc>
                <a:spcPct val="115000"/>
              </a:lnSpc>
              <a:spcBef>
                <a:spcPts val="1200"/>
              </a:spcBef>
              <a:spcAft>
                <a:spcPts val="1200"/>
              </a:spcAft>
              <a:buSzPct val="107692"/>
              <a:buNone/>
            </a:pPr>
            <a:r>
              <a:t/>
            </a:r>
            <a:endParaRPr sz="1300">
              <a:solidFill>
                <a:schemeClr val="dk1"/>
              </a:solidFill>
              <a:latin typeface="Trebuchet MS"/>
              <a:ea typeface="Trebuchet MS"/>
              <a:cs typeface="Trebuchet MS"/>
              <a:sym typeface="Trebuchet MS"/>
            </a:endParaRPr>
          </a:p>
        </p:txBody>
      </p:sp>
      <p:sp>
        <p:nvSpPr>
          <p:cNvPr id="163" name="Google Shape;163;g344612dade3_0_79"/>
          <p:cNvSpPr/>
          <p:nvPr/>
        </p:nvSpPr>
        <p:spPr>
          <a:xfrm rot="6547604">
            <a:off x="991575" y="2036416"/>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44612dade3_0_79"/>
          <p:cNvSpPr/>
          <p:nvPr/>
        </p:nvSpPr>
        <p:spPr>
          <a:xfrm rot="6547604">
            <a:off x="7036925" y="-3425909"/>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5" name="Google Shape;165;g344612dade3_0_79"/>
          <p:cNvPicPr preferRelativeResize="0"/>
          <p:nvPr/>
        </p:nvPicPr>
        <p:blipFill rotWithShape="1">
          <a:blip r:embed="rId3">
            <a:alphaModFix/>
          </a:blip>
          <a:srcRect b="0" l="0" r="0" t="0"/>
          <a:stretch/>
        </p:blipFill>
        <p:spPr>
          <a:xfrm>
            <a:off x="-10" y="340650"/>
            <a:ext cx="236689" cy="269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9" name="Shape 169"/>
        <p:cNvGrpSpPr/>
        <p:nvPr/>
      </p:nvGrpSpPr>
      <p:grpSpPr>
        <a:xfrm>
          <a:off x="0" y="0"/>
          <a:ext cx="0" cy="0"/>
          <a:chOff x="0" y="0"/>
          <a:chExt cx="0" cy="0"/>
        </a:xfrm>
      </p:grpSpPr>
      <p:grpSp>
        <p:nvGrpSpPr>
          <p:cNvPr id="170" name="Google Shape;170;p12"/>
          <p:cNvGrpSpPr/>
          <p:nvPr/>
        </p:nvGrpSpPr>
        <p:grpSpPr>
          <a:xfrm>
            <a:off x="0" y="0"/>
            <a:ext cx="9144379" cy="5143507"/>
            <a:chOff x="0" y="0"/>
            <a:chExt cx="9144379" cy="5143507"/>
          </a:xfrm>
        </p:grpSpPr>
        <p:pic>
          <p:nvPicPr>
            <p:cNvPr id="171" name="Google Shape;171;p12"/>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172" name="Google Shape;172;p12"/>
            <p:cNvSpPr/>
            <p:nvPr/>
          </p:nvSpPr>
          <p:spPr>
            <a:xfrm>
              <a:off x="5919849" y="7"/>
              <a:ext cx="3224530" cy="5143500"/>
            </a:xfrm>
            <a:custGeom>
              <a:rect b="b" l="l" r="r" t="t"/>
              <a:pathLst>
                <a:path extrusionOk="0" h="5143500" w="3224529">
                  <a:moveTo>
                    <a:pt x="3224149" y="5143492"/>
                  </a:moveTo>
                  <a:lnTo>
                    <a:pt x="1171530" y="5143492"/>
                  </a:lnTo>
                  <a:lnTo>
                    <a:pt x="1156857" y="5132843"/>
                  </a:lnTo>
                  <a:lnTo>
                    <a:pt x="1120782" y="5105781"/>
                  </a:lnTo>
                  <a:lnTo>
                    <a:pt x="1085154" y="5078164"/>
                  </a:lnTo>
                  <a:lnTo>
                    <a:pt x="1049978" y="5049999"/>
                  </a:lnTo>
                  <a:lnTo>
                    <a:pt x="1015262" y="5021290"/>
                  </a:lnTo>
                  <a:lnTo>
                    <a:pt x="981011" y="4992046"/>
                  </a:lnTo>
                  <a:lnTo>
                    <a:pt x="947231" y="4962273"/>
                  </a:lnTo>
                  <a:lnTo>
                    <a:pt x="913930" y="4931976"/>
                  </a:lnTo>
                  <a:lnTo>
                    <a:pt x="881114" y="4901162"/>
                  </a:lnTo>
                  <a:lnTo>
                    <a:pt x="848789" y="4869838"/>
                  </a:lnTo>
                  <a:lnTo>
                    <a:pt x="816961" y="4838010"/>
                  </a:lnTo>
                  <a:lnTo>
                    <a:pt x="785637" y="4805685"/>
                  </a:lnTo>
                  <a:lnTo>
                    <a:pt x="754823" y="4772869"/>
                  </a:lnTo>
                  <a:lnTo>
                    <a:pt x="724526" y="4739568"/>
                  </a:lnTo>
                  <a:lnTo>
                    <a:pt x="694753" y="4705788"/>
                  </a:lnTo>
                  <a:lnTo>
                    <a:pt x="665509" y="4671537"/>
                  </a:lnTo>
                  <a:lnTo>
                    <a:pt x="636800" y="4636821"/>
                  </a:lnTo>
                  <a:lnTo>
                    <a:pt x="608635" y="4601645"/>
                  </a:lnTo>
                  <a:lnTo>
                    <a:pt x="581018" y="4566017"/>
                  </a:lnTo>
                  <a:lnTo>
                    <a:pt x="553956" y="4529942"/>
                  </a:lnTo>
                  <a:lnTo>
                    <a:pt x="527456" y="4493428"/>
                  </a:lnTo>
                  <a:lnTo>
                    <a:pt x="501524" y="4456481"/>
                  </a:lnTo>
                  <a:lnTo>
                    <a:pt x="476166" y="4419106"/>
                  </a:lnTo>
                  <a:lnTo>
                    <a:pt x="451389" y="4381311"/>
                  </a:lnTo>
                  <a:lnTo>
                    <a:pt x="427200" y="4343102"/>
                  </a:lnTo>
                  <a:lnTo>
                    <a:pt x="403604" y="4304486"/>
                  </a:lnTo>
                  <a:lnTo>
                    <a:pt x="380609" y="4265468"/>
                  </a:lnTo>
                  <a:lnTo>
                    <a:pt x="358220" y="4226055"/>
                  </a:lnTo>
                  <a:lnTo>
                    <a:pt x="336444" y="4186254"/>
                  </a:lnTo>
                  <a:lnTo>
                    <a:pt x="315287" y="4146070"/>
                  </a:lnTo>
                  <a:lnTo>
                    <a:pt x="294756" y="4105511"/>
                  </a:lnTo>
                  <a:lnTo>
                    <a:pt x="274857" y="4064583"/>
                  </a:lnTo>
                  <a:lnTo>
                    <a:pt x="255597" y="4023292"/>
                  </a:lnTo>
                  <a:lnTo>
                    <a:pt x="236982" y="3981645"/>
                  </a:lnTo>
                  <a:lnTo>
                    <a:pt x="219018" y="3939647"/>
                  </a:lnTo>
                  <a:lnTo>
                    <a:pt x="201713" y="3897306"/>
                  </a:lnTo>
                  <a:lnTo>
                    <a:pt x="185071" y="3854628"/>
                  </a:lnTo>
                  <a:lnTo>
                    <a:pt x="169100" y="3811620"/>
                  </a:lnTo>
                  <a:lnTo>
                    <a:pt x="153806" y="3768287"/>
                  </a:lnTo>
                  <a:lnTo>
                    <a:pt x="139196" y="3724636"/>
                  </a:lnTo>
                  <a:lnTo>
                    <a:pt x="125276" y="3680673"/>
                  </a:lnTo>
                  <a:lnTo>
                    <a:pt x="112052" y="3636406"/>
                  </a:lnTo>
                  <a:lnTo>
                    <a:pt x="99531" y="3591840"/>
                  </a:lnTo>
                  <a:lnTo>
                    <a:pt x="87719" y="3546981"/>
                  </a:lnTo>
                  <a:lnTo>
                    <a:pt x="76622" y="3501837"/>
                  </a:lnTo>
                  <a:lnTo>
                    <a:pt x="66248" y="3456414"/>
                  </a:lnTo>
                  <a:lnTo>
                    <a:pt x="56602" y="3410717"/>
                  </a:lnTo>
                  <a:lnTo>
                    <a:pt x="47690" y="3364754"/>
                  </a:lnTo>
                  <a:lnTo>
                    <a:pt x="39520" y="3318531"/>
                  </a:lnTo>
                  <a:lnTo>
                    <a:pt x="32098" y="3272053"/>
                  </a:lnTo>
                  <a:lnTo>
                    <a:pt x="25430" y="3225329"/>
                  </a:lnTo>
                  <a:lnTo>
                    <a:pt x="19522" y="3178364"/>
                  </a:lnTo>
                  <a:lnTo>
                    <a:pt x="14381" y="3131164"/>
                  </a:lnTo>
                  <a:lnTo>
                    <a:pt x="10013" y="3083736"/>
                  </a:lnTo>
                  <a:lnTo>
                    <a:pt x="6425" y="3036086"/>
                  </a:lnTo>
                  <a:lnTo>
                    <a:pt x="3624" y="2988222"/>
                  </a:lnTo>
                  <a:lnTo>
                    <a:pt x="1615" y="2940148"/>
                  </a:lnTo>
                  <a:lnTo>
                    <a:pt x="404" y="2891872"/>
                  </a:lnTo>
                  <a:lnTo>
                    <a:pt x="0" y="2843400"/>
                  </a:lnTo>
                  <a:lnTo>
                    <a:pt x="404" y="2794927"/>
                  </a:lnTo>
                  <a:lnTo>
                    <a:pt x="1615" y="2746651"/>
                  </a:lnTo>
                  <a:lnTo>
                    <a:pt x="3624" y="2698578"/>
                  </a:lnTo>
                  <a:lnTo>
                    <a:pt x="6425" y="2650713"/>
                  </a:lnTo>
                  <a:lnTo>
                    <a:pt x="10013" y="2603063"/>
                  </a:lnTo>
                  <a:lnTo>
                    <a:pt x="14381" y="2555635"/>
                  </a:lnTo>
                  <a:lnTo>
                    <a:pt x="19522" y="2508435"/>
                  </a:lnTo>
                  <a:lnTo>
                    <a:pt x="25430" y="2461470"/>
                  </a:lnTo>
                  <a:lnTo>
                    <a:pt x="32098" y="2414746"/>
                  </a:lnTo>
                  <a:lnTo>
                    <a:pt x="39520" y="2368269"/>
                  </a:lnTo>
                  <a:lnTo>
                    <a:pt x="47690" y="2322045"/>
                  </a:lnTo>
                  <a:lnTo>
                    <a:pt x="56602" y="2276082"/>
                  </a:lnTo>
                  <a:lnTo>
                    <a:pt x="66248" y="2230385"/>
                  </a:lnTo>
                  <a:lnTo>
                    <a:pt x="76622" y="2184962"/>
                  </a:lnTo>
                  <a:lnTo>
                    <a:pt x="87719" y="2139818"/>
                  </a:lnTo>
                  <a:lnTo>
                    <a:pt x="99531" y="2094959"/>
                  </a:lnTo>
                  <a:lnTo>
                    <a:pt x="112052" y="2050393"/>
                  </a:lnTo>
                  <a:lnTo>
                    <a:pt x="125276" y="2006126"/>
                  </a:lnTo>
                  <a:lnTo>
                    <a:pt x="139196" y="1962163"/>
                  </a:lnTo>
                  <a:lnTo>
                    <a:pt x="153806" y="1918512"/>
                  </a:lnTo>
                  <a:lnTo>
                    <a:pt x="169100" y="1875179"/>
                  </a:lnTo>
                  <a:lnTo>
                    <a:pt x="185071" y="1832171"/>
                  </a:lnTo>
                  <a:lnTo>
                    <a:pt x="201713" y="1789493"/>
                  </a:lnTo>
                  <a:lnTo>
                    <a:pt x="219018" y="1747152"/>
                  </a:lnTo>
                  <a:lnTo>
                    <a:pt x="236982" y="1705154"/>
                  </a:lnTo>
                  <a:lnTo>
                    <a:pt x="255597" y="1663507"/>
                  </a:lnTo>
                  <a:lnTo>
                    <a:pt x="274857" y="1622216"/>
                  </a:lnTo>
                  <a:lnTo>
                    <a:pt x="294756" y="1581288"/>
                  </a:lnTo>
                  <a:lnTo>
                    <a:pt x="315287" y="1540729"/>
                  </a:lnTo>
                  <a:lnTo>
                    <a:pt x="336444" y="1500545"/>
                  </a:lnTo>
                  <a:lnTo>
                    <a:pt x="358220" y="1460744"/>
                  </a:lnTo>
                  <a:lnTo>
                    <a:pt x="380609" y="1421331"/>
                  </a:lnTo>
                  <a:lnTo>
                    <a:pt x="403604" y="1382313"/>
                  </a:lnTo>
                  <a:lnTo>
                    <a:pt x="427200" y="1343697"/>
                  </a:lnTo>
                  <a:lnTo>
                    <a:pt x="451389" y="1305488"/>
                  </a:lnTo>
                  <a:lnTo>
                    <a:pt x="476166" y="1267693"/>
                  </a:lnTo>
                  <a:lnTo>
                    <a:pt x="501524" y="1230318"/>
                  </a:lnTo>
                  <a:lnTo>
                    <a:pt x="527456" y="1193371"/>
                  </a:lnTo>
                  <a:lnTo>
                    <a:pt x="553956" y="1156857"/>
                  </a:lnTo>
                  <a:lnTo>
                    <a:pt x="581018" y="1120782"/>
                  </a:lnTo>
                  <a:lnTo>
                    <a:pt x="608635" y="1085154"/>
                  </a:lnTo>
                  <a:lnTo>
                    <a:pt x="636800" y="1049978"/>
                  </a:lnTo>
                  <a:lnTo>
                    <a:pt x="665509" y="1015262"/>
                  </a:lnTo>
                  <a:lnTo>
                    <a:pt x="694753" y="981011"/>
                  </a:lnTo>
                  <a:lnTo>
                    <a:pt x="724526" y="947231"/>
                  </a:lnTo>
                  <a:lnTo>
                    <a:pt x="754823" y="913930"/>
                  </a:lnTo>
                  <a:lnTo>
                    <a:pt x="785637" y="881114"/>
                  </a:lnTo>
                  <a:lnTo>
                    <a:pt x="816961" y="848789"/>
                  </a:lnTo>
                  <a:lnTo>
                    <a:pt x="848789" y="816961"/>
                  </a:lnTo>
                  <a:lnTo>
                    <a:pt x="881114" y="785637"/>
                  </a:lnTo>
                  <a:lnTo>
                    <a:pt x="913930" y="754823"/>
                  </a:lnTo>
                  <a:lnTo>
                    <a:pt x="947231" y="724526"/>
                  </a:lnTo>
                  <a:lnTo>
                    <a:pt x="981011" y="694753"/>
                  </a:lnTo>
                  <a:lnTo>
                    <a:pt x="1015262" y="665509"/>
                  </a:lnTo>
                  <a:lnTo>
                    <a:pt x="1049978" y="636800"/>
                  </a:lnTo>
                  <a:lnTo>
                    <a:pt x="1085154" y="608635"/>
                  </a:lnTo>
                  <a:lnTo>
                    <a:pt x="1120782" y="581018"/>
                  </a:lnTo>
                  <a:lnTo>
                    <a:pt x="1156857" y="553956"/>
                  </a:lnTo>
                  <a:lnTo>
                    <a:pt x="1193371" y="527456"/>
                  </a:lnTo>
                  <a:lnTo>
                    <a:pt x="1230318" y="501524"/>
                  </a:lnTo>
                  <a:lnTo>
                    <a:pt x="1267693" y="476166"/>
                  </a:lnTo>
                  <a:lnTo>
                    <a:pt x="1305487" y="451390"/>
                  </a:lnTo>
                  <a:lnTo>
                    <a:pt x="1343696" y="427200"/>
                  </a:lnTo>
                  <a:lnTo>
                    <a:pt x="1382313" y="403604"/>
                  </a:lnTo>
                  <a:lnTo>
                    <a:pt x="1421331" y="380609"/>
                  </a:lnTo>
                  <a:lnTo>
                    <a:pt x="1460744" y="358220"/>
                  </a:lnTo>
                  <a:lnTo>
                    <a:pt x="1500545" y="336444"/>
                  </a:lnTo>
                  <a:lnTo>
                    <a:pt x="1540729" y="315287"/>
                  </a:lnTo>
                  <a:lnTo>
                    <a:pt x="1581288" y="294756"/>
                  </a:lnTo>
                  <a:lnTo>
                    <a:pt x="1622216" y="274857"/>
                  </a:lnTo>
                  <a:lnTo>
                    <a:pt x="1663507" y="255597"/>
                  </a:lnTo>
                  <a:lnTo>
                    <a:pt x="1705154" y="236982"/>
                  </a:lnTo>
                  <a:lnTo>
                    <a:pt x="1747152" y="219018"/>
                  </a:lnTo>
                  <a:lnTo>
                    <a:pt x="1789493" y="201713"/>
                  </a:lnTo>
                  <a:lnTo>
                    <a:pt x="1832171" y="185071"/>
                  </a:lnTo>
                  <a:lnTo>
                    <a:pt x="1875179" y="169100"/>
                  </a:lnTo>
                  <a:lnTo>
                    <a:pt x="1918512" y="153807"/>
                  </a:lnTo>
                  <a:lnTo>
                    <a:pt x="1962163" y="139196"/>
                  </a:lnTo>
                  <a:lnTo>
                    <a:pt x="2006126" y="125276"/>
                  </a:lnTo>
                  <a:lnTo>
                    <a:pt x="2050393" y="112052"/>
                  </a:lnTo>
                  <a:lnTo>
                    <a:pt x="2094959" y="99531"/>
                  </a:lnTo>
                  <a:lnTo>
                    <a:pt x="2139818" y="87719"/>
                  </a:lnTo>
                  <a:lnTo>
                    <a:pt x="2184962" y="76622"/>
                  </a:lnTo>
                  <a:lnTo>
                    <a:pt x="2230385" y="66248"/>
                  </a:lnTo>
                  <a:lnTo>
                    <a:pt x="2276082" y="56602"/>
                  </a:lnTo>
                  <a:lnTo>
                    <a:pt x="2322045" y="47690"/>
                  </a:lnTo>
                  <a:lnTo>
                    <a:pt x="2368268" y="39520"/>
                  </a:lnTo>
                  <a:lnTo>
                    <a:pt x="2414746" y="32098"/>
                  </a:lnTo>
                  <a:lnTo>
                    <a:pt x="2461470" y="25430"/>
                  </a:lnTo>
                  <a:lnTo>
                    <a:pt x="2508435" y="19522"/>
                  </a:lnTo>
                  <a:lnTo>
                    <a:pt x="2555635" y="14381"/>
                  </a:lnTo>
                  <a:lnTo>
                    <a:pt x="2603063" y="10013"/>
                  </a:lnTo>
                  <a:lnTo>
                    <a:pt x="2650713" y="6425"/>
                  </a:lnTo>
                  <a:lnTo>
                    <a:pt x="2698577" y="3624"/>
                  </a:lnTo>
                  <a:lnTo>
                    <a:pt x="2746651" y="1615"/>
                  </a:lnTo>
                  <a:lnTo>
                    <a:pt x="2794927" y="404"/>
                  </a:lnTo>
                  <a:lnTo>
                    <a:pt x="2843399" y="0"/>
                  </a:lnTo>
                  <a:lnTo>
                    <a:pt x="2893626" y="443"/>
                  </a:lnTo>
                  <a:lnTo>
                    <a:pt x="2943751" y="1769"/>
                  </a:lnTo>
                  <a:lnTo>
                    <a:pt x="2993764" y="3974"/>
                  </a:lnTo>
                  <a:lnTo>
                    <a:pt x="3043653" y="7054"/>
                  </a:lnTo>
                  <a:lnTo>
                    <a:pt x="3093409" y="11004"/>
                  </a:lnTo>
                  <a:lnTo>
                    <a:pt x="3143022" y="15820"/>
                  </a:lnTo>
                  <a:lnTo>
                    <a:pt x="3192479" y="21498"/>
                  </a:lnTo>
                  <a:lnTo>
                    <a:pt x="3224149" y="25697"/>
                  </a:lnTo>
                  <a:lnTo>
                    <a:pt x="3224149" y="5143492"/>
                  </a:lnTo>
                  <a:close/>
                </a:path>
              </a:pathLst>
            </a:custGeom>
            <a:solidFill>
              <a:srgbClr val="FFF159">
                <a:alpha val="4235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3" name="Google Shape;173;p12"/>
          <p:cNvSpPr txBox="1"/>
          <p:nvPr>
            <p:ph type="title"/>
          </p:nvPr>
        </p:nvSpPr>
        <p:spPr>
          <a:xfrm>
            <a:off x="1339175" y="1736012"/>
            <a:ext cx="2778760" cy="1121410"/>
          </a:xfrm>
          <a:prstGeom prst="rect">
            <a:avLst/>
          </a:prstGeom>
          <a:noFill/>
          <a:ln>
            <a:noFill/>
          </a:ln>
        </p:spPr>
        <p:txBody>
          <a:bodyPr anchorCtr="0" anchor="t" bIns="0" lIns="0" spcFirstLastPara="1" rIns="0" wrap="square" tIns="12700">
            <a:spAutoFit/>
          </a:bodyPr>
          <a:lstStyle/>
          <a:p>
            <a:pPr indent="0" lvl="0" marL="17145" rtl="0" algn="l">
              <a:lnSpc>
                <a:spcPct val="117400"/>
              </a:lnSpc>
              <a:spcBef>
                <a:spcPts val="0"/>
              </a:spcBef>
              <a:spcAft>
                <a:spcPts val="0"/>
              </a:spcAft>
              <a:buSzPts val="1400"/>
              <a:buNone/>
            </a:pPr>
            <a:r>
              <a:rPr lang="en-US" sz="2500">
                <a:solidFill>
                  <a:srgbClr val="0084FF"/>
                </a:solidFill>
              </a:rPr>
              <a:t>MUCHAS</a:t>
            </a:r>
            <a:endParaRPr sz="2500"/>
          </a:p>
          <a:p>
            <a:pPr indent="0" lvl="0" marL="12700" rtl="0" algn="l">
              <a:lnSpc>
                <a:spcPct val="118645"/>
              </a:lnSpc>
              <a:spcBef>
                <a:spcPts val="0"/>
              </a:spcBef>
              <a:spcAft>
                <a:spcPts val="0"/>
              </a:spcAft>
              <a:buSzPts val="1400"/>
              <a:buNone/>
            </a:pPr>
            <a:r>
              <a:rPr lang="en-US" sz="4800">
                <a:solidFill>
                  <a:srgbClr val="2F3578"/>
                </a:solidFill>
              </a:rPr>
              <a:t>GRACIAS!</a:t>
            </a:r>
            <a:endParaRPr sz="4800"/>
          </a:p>
        </p:txBody>
      </p:sp>
      <p:grpSp>
        <p:nvGrpSpPr>
          <p:cNvPr id="174" name="Google Shape;174;p12"/>
          <p:cNvGrpSpPr/>
          <p:nvPr/>
        </p:nvGrpSpPr>
        <p:grpSpPr>
          <a:xfrm>
            <a:off x="0" y="1802586"/>
            <a:ext cx="6145060" cy="2908105"/>
            <a:chOff x="0" y="1802650"/>
            <a:chExt cx="6145060" cy="2769360"/>
          </a:xfrm>
        </p:grpSpPr>
        <p:sp>
          <p:nvSpPr>
            <p:cNvPr id="175" name="Google Shape;175;p12"/>
            <p:cNvSpPr/>
            <p:nvPr/>
          </p:nvSpPr>
          <p:spPr>
            <a:xfrm>
              <a:off x="1122225" y="1802650"/>
              <a:ext cx="0" cy="1023619"/>
            </a:xfrm>
            <a:custGeom>
              <a:rect b="b" l="l" r="r" t="t"/>
              <a:pathLst>
                <a:path extrusionOk="0" h="1023619" w="120000">
                  <a:moveTo>
                    <a:pt x="0" y="0"/>
                  </a:moveTo>
                  <a:lnTo>
                    <a:pt x="0" y="1023299"/>
                  </a:lnTo>
                </a:path>
              </a:pathLst>
            </a:custGeom>
            <a:noFill/>
            <a:ln cap="flat" cmpd="sng" w="761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6" name="Google Shape;176;p12"/>
            <p:cNvPicPr preferRelativeResize="0"/>
            <p:nvPr/>
          </p:nvPicPr>
          <p:blipFill rotWithShape="1">
            <a:blip r:embed="rId4">
              <a:alphaModFix/>
            </a:blip>
            <a:srcRect b="0" l="0" r="0" t="0"/>
            <a:stretch/>
          </p:blipFill>
          <p:spPr>
            <a:xfrm>
              <a:off x="876549" y="1820112"/>
              <a:ext cx="66599" cy="66599"/>
            </a:xfrm>
            <a:prstGeom prst="rect">
              <a:avLst/>
            </a:prstGeom>
            <a:noFill/>
            <a:ln>
              <a:noFill/>
            </a:ln>
          </p:spPr>
        </p:pic>
        <p:pic>
          <p:nvPicPr>
            <p:cNvPr id="177" name="Google Shape;177;p12"/>
            <p:cNvPicPr preferRelativeResize="0"/>
            <p:nvPr/>
          </p:nvPicPr>
          <p:blipFill rotWithShape="1">
            <a:blip r:embed="rId4">
              <a:alphaModFix/>
            </a:blip>
            <a:srcRect b="0" l="0" r="0" t="0"/>
            <a:stretch/>
          </p:blipFill>
          <p:spPr>
            <a:xfrm>
              <a:off x="647949" y="1813449"/>
              <a:ext cx="66599" cy="66599"/>
            </a:xfrm>
            <a:prstGeom prst="rect">
              <a:avLst/>
            </a:prstGeom>
            <a:noFill/>
            <a:ln>
              <a:noFill/>
            </a:ln>
          </p:spPr>
        </p:pic>
        <p:pic>
          <p:nvPicPr>
            <p:cNvPr id="178" name="Google Shape;178;p12"/>
            <p:cNvPicPr preferRelativeResize="0"/>
            <p:nvPr/>
          </p:nvPicPr>
          <p:blipFill rotWithShape="1">
            <a:blip r:embed="rId4">
              <a:alphaModFix/>
            </a:blip>
            <a:srcRect b="0" l="0" r="0" t="0"/>
            <a:stretch/>
          </p:blipFill>
          <p:spPr>
            <a:xfrm>
              <a:off x="419349" y="1813449"/>
              <a:ext cx="66599" cy="66599"/>
            </a:xfrm>
            <a:prstGeom prst="rect">
              <a:avLst/>
            </a:prstGeom>
            <a:noFill/>
            <a:ln>
              <a:noFill/>
            </a:ln>
          </p:spPr>
        </p:pic>
        <p:pic>
          <p:nvPicPr>
            <p:cNvPr id="179" name="Google Shape;179;p12"/>
            <p:cNvPicPr preferRelativeResize="0"/>
            <p:nvPr/>
          </p:nvPicPr>
          <p:blipFill rotWithShape="1">
            <a:blip r:embed="rId4">
              <a:alphaModFix/>
            </a:blip>
            <a:srcRect b="0" l="0" r="0" t="0"/>
            <a:stretch/>
          </p:blipFill>
          <p:spPr>
            <a:xfrm>
              <a:off x="190749" y="1813449"/>
              <a:ext cx="66599" cy="66599"/>
            </a:xfrm>
            <a:prstGeom prst="rect">
              <a:avLst/>
            </a:prstGeom>
            <a:noFill/>
            <a:ln>
              <a:noFill/>
            </a:ln>
          </p:spPr>
        </p:pic>
        <p:sp>
          <p:nvSpPr>
            <p:cNvPr id="180" name="Google Shape;180;p12"/>
            <p:cNvSpPr/>
            <p:nvPr/>
          </p:nvSpPr>
          <p:spPr>
            <a:xfrm>
              <a:off x="0" y="18138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12"/>
            <p:cNvPicPr preferRelativeResize="0"/>
            <p:nvPr/>
          </p:nvPicPr>
          <p:blipFill rotWithShape="1">
            <a:blip r:embed="rId4">
              <a:alphaModFix/>
            </a:blip>
            <a:srcRect b="0" l="0" r="0" t="0"/>
            <a:stretch/>
          </p:blipFill>
          <p:spPr>
            <a:xfrm>
              <a:off x="647949" y="2042049"/>
              <a:ext cx="66599" cy="66599"/>
            </a:xfrm>
            <a:prstGeom prst="rect">
              <a:avLst/>
            </a:prstGeom>
            <a:noFill/>
            <a:ln>
              <a:noFill/>
            </a:ln>
          </p:spPr>
        </p:pic>
        <p:pic>
          <p:nvPicPr>
            <p:cNvPr id="182" name="Google Shape;182;p12"/>
            <p:cNvPicPr preferRelativeResize="0"/>
            <p:nvPr/>
          </p:nvPicPr>
          <p:blipFill rotWithShape="1">
            <a:blip r:embed="rId4">
              <a:alphaModFix/>
            </a:blip>
            <a:srcRect b="0" l="0" r="0" t="0"/>
            <a:stretch/>
          </p:blipFill>
          <p:spPr>
            <a:xfrm>
              <a:off x="876549" y="2048712"/>
              <a:ext cx="66599" cy="66599"/>
            </a:xfrm>
            <a:prstGeom prst="rect">
              <a:avLst/>
            </a:prstGeom>
            <a:noFill/>
            <a:ln>
              <a:noFill/>
            </a:ln>
          </p:spPr>
        </p:pic>
        <p:pic>
          <p:nvPicPr>
            <p:cNvPr id="183" name="Google Shape;183;p12"/>
            <p:cNvPicPr preferRelativeResize="0"/>
            <p:nvPr/>
          </p:nvPicPr>
          <p:blipFill rotWithShape="1">
            <a:blip r:embed="rId4">
              <a:alphaModFix/>
            </a:blip>
            <a:srcRect b="0" l="0" r="0" t="0"/>
            <a:stretch/>
          </p:blipFill>
          <p:spPr>
            <a:xfrm>
              <a:off x="419349" y="2042049"/>
              <a:ext cx="66599" cy="66599"/>
            </a:xfrm>
            <a:prstGeom prst="rect">
              <a:avLst/>
            </a:prstGeom>
            <a:noFill/>
            <a:ln>
              <a:noFill/>
            </a:ln>
          </p:spPr>
        </p:pic>
        <p:pic>
          <p:nvPicPr>
            <p:cNvPr id="184" name="Google Shape;184;p12"/>
            <p:cNvPicPr preferRelativeResize="0"/>
            <p:nvPr/>
          </p:nvPicPr>
          <p:blipFill rotWithShape="1">
            <a:blip r:embed="rId4">
              <a:alphaModFix/>
            </a:blip>
            <a:srcRect b="0" l="0" r="0" t="0"/>
            <a:stretch/>
          </p:blipFill>
          <p:spPr>
            <a:xfrm>
              <a:off x="190749" y="2042049"/>
              <a:ext cx="66599" cy="66599"/>
            </a:xfrm>
            <a:prstGeom prst="rect">
              <a:avLst/>
            </a:prstGeom>
            <a:noFill/>
            <a:ln>
              <a:noFill/>
            </a:ln>
          </p:spPr>
        </p:pic>
        <p:sp>
          <p:nvSpPr>
            <p:cNvPr id="185" name="Google Shape;185;p12"/>
            <p:cNvSpPr/>
            <p:nvPr/>
          </p:nvSpPr>
          <p:spPr>
            <a:xfrm>
              <a:off x="0" y="20424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12"/>
            <p:cNvPicPr preferRelativeResize="0"/>
            <p:nvPr/>
          </p:nvPicPr>
          <p:blipFill rotWithShape="1">
            <a:blip r:embed="rId4">
              <a:alphaModFix/>
            </a:blip>
            <a:srcRect b="0" l="0" r="0" t="0"/>
            <a:stretch/>
          </p:blipFill>
          <p:spPr>
            <a:xfrm>
              <a:off x="876549" y="2277312"/>
              <a:ext cx="66599" cy="66599"/>
            </a:xfrm>
            <a:prstGeom prst="rect">
              <a:avLst/>
            </a:prstGeom>
            <a:noFill/>
            <a:ln>
              <a:noFill/>
            </a:ln>
          </p:spPr>
        </p:pic>
        <p:pic>
          <p:nvPicPr>
            <p:cNvPr id="187" name="Google Shape;187;p12"/>
            <p:cNvPicPr preferRelativeResize="0"/>
            <p:nvPr/>
          </p:nvPicPr>
          <p:blipFill rotWithShape="1">
            <a:blip r:embed="rId4">
              <a:alphaModFix/>
            </a:blip>
            <a:srcRect b="0" l="0" r="0" t="0"/>
            <a:stretch/>
          </p:blipFill>
          <p:spPr>
            <a:xfrm>
              <a:off x="647949" y="2270649"/>
              <a:ext cx="66599" cy="66599"/>
            </a:xfrm>
            <a:prstGeom prst="rect">
              <a:avLst/>
            </a:prstGeom>
            <a:noFill/>
            <a:ln>
              <a:noFill/>
            </a:ln>
          </p:spPr>
        </p:pic>
        <p:pic>
          <p:nvPicPr>
            <p:cNvPr id="188" name="Google Shape;188;p12"/>
            <p:cNvPicPr preferRelativeResize="0"/>
            <p:nvPr/>
          </p:nvPicPr>
          <p:blipFill rotWithShape="1">
            <a:blip r:embed="rId4">
              <a:alphaModFix/>
            </a:blip>
            <a:srcRect b="0" l="0" r="0" t="0"/>
            <a:stretch/>
          </p:blipFill>
          <p:spPr>
            <a:xfrm>
              <a:off x="419349" y="2270649"/>
              <a:ext cx="66599" cy="66599"/>
            </a:xfrm>
            <a:prstGeom prst="rect">
              <a:avLst/>
            </a:prstGeom>
            <a:noFill/>
            <a:ln>
              <a:noFill/>
            </a:ln>
          </p:spPr>
        </p:pic>
        <p:pic>
          <p:nvPicPr>
            <p:cNvPr id="189" name="Google Shape;189;p12"/>
            <p:cNvPicPr preferRelativeResize="0"/>
            <p:nvPr/>
          </p:nvPicPr>
          <p:blipFill rotWithShape="1">
            <a:blip r:embed="rId4">
              <a:alphaModFix/>
            </a:blip>
            <a:srcRect b="0" l="0" r="0" t="0"/>
            <a:stretch/>
          </p:blipFill>
          <p:spPr>
            <a:xfrm>
              <a:off x="190749" y="2270649"/>
              <a:ext cx="66599" cy="66599"/>
            </a:xfrm>
            <a:prstGeom prst="rect">
              <a:avLst/>
            </a:prstGeom>
            <a:noFill/>
            <a:ln>
              <a:noFill/>
            </a:ln>
          </p:spPr>
        </p:pic>
        <p:sp>
          <p:nvSpPr>
            <p:cNvPr id="190" name="Google Shape;190;p12"/>
            <p:cNvSpPr/>
            <p:nvPr/>
          </p:nvSpPr>
          <p:spPr>
            <a:xfrm>
              <a:off x="0" y="22710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1" name="Google Shape;191;p12"/>
            <p:cNvPicPr preferRelativeResize="0"/>
            <p:nvPr/>
          </p:nvPicPr>
          <p:blipFill rotWithShape="1">
            <a:blip r:embed="rId4">
              <a:alphaModFix/>
            </a:blip>
            <a:srcRect b="0" l="0" r="0" t="0"/>
            <a:stretch/>
          </p:blipFill>
          <p:spPr>
            <a:xfrm>
              <a:off x="876549" y="2505912"/>
              <a:ext cx="66599" cy="66599"/>
            </a:xfrm>
            <a:prstGeom prst="rect">
              <a:avLst/>
            </a:prstGeom>
            <a:noFill/>
            <a:ln>
              <a:noFill/>
            </a:ln>
          </p:spPr>
        </p:pic>
        <p:pic>
          <p:nvPicPr>
            <p:cNvPr id="192" name="Google Shape;192;p12"/>
            <p:cNvPicPr preferRelativeResize="0"/>
            <p:nvPr/>
          </p:nvPicPr>
          <p:blipFill rotWithShape="1">
            <a:blip r:embed="rId4">
              <a:alphaModFix/>
            </a:blip>
            <a:srcRect b="0" l="0" r="0" t="0"/>
            <a:stretch/>
          </p:blipFill>
          <p:spPr>
            <a:xfrm>
              <a:off x="647949" y="2499249"/>
              <a:ext cx="66599" cy="66599"/>
            </a:xfrm>
            <a:prstGeom prst="rect">
              <a:avLst/>
            </a:prstGeom>
            <a:noFill/>
            <a:ln>
              <a:noFill/>
            </a:ln>
          </p:spPr>
        </p:pic>
        <p:pic>
          <p:nvPicPr>
            <p:cNvPr id="193" name="Google Shape;193;p12"/>
            <p:cNvPicPr preferRelativeResize="0"/>
            <p:nvPr/>
          </p:nvPicPr>
          <p:blipFill rotWithShape="1">
            <a:blip r:embed="rId4">
              <a:alphaModFix/>
            </a:blip>
            <a:srcRect b="0" l="0" r="0" t="0"/>
            <a:stretch/>
          </p:blipFill>
          <p:spPr>
            <a:xfrm>
              <a:off x="419349" y="2499249"/>
              <a:ext cx="66599" cy="66599"/>
            </a:xfrm>
            <a:prstGeom prst="rect">
              <a:avLst/>
            </a:prstGeom>
            <a:noFill/>
            <a:ln>
              <a:noFill/>
            </a:ln>
          </p:spPr>
        </p:pic>
        <p:pic>
          <p:nvPicPr>
            <p:cNvPr id="194" name="Google Shape;194;p12"/>
            <p:cNvPicPr preferRelativeResize="0"/>
            <p:nvPr/>
          </p:nvPicPr>
          <p:blipFill rotWithShape="1">
            <a:blip r:embed="rId4">
              <a:alphaModFix/>
            </a:blip>
            <a:srcRect b="0" l="0" r="0" t="0"/>
            <a:stretch/>
          </p:blipFill>
          <p:spPr>
            <a:xfrm>
              <a:off x="190749" y="2499249"/>
              <a:ext cx="66599" cy="66599"/>
            </a:xfrm>
            <a:prstGeom prst="rect">
              <a:avLst/>
            </a:prstGeom>
            <a:noFill/>
            <a:ln>
              <a:noFill/>
            </a:ln>
          </p:spPr>
        </p:pic>
        <p:sp>
          <p:nvSpPr>
            <p:cNvPr id="195" name="Google Shape;195;p12"/>
            <p:cNvSpPr/>
            <p:nvPr/>
          </p:nvSpPr>
          <p:spPr>
            <a:xfrm>
              <a:off x="0" y="24996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 name="Google Shape;196;p12"/>
            <p:cNvPicPr preferRelativeResize="0"/>
            <p:nvPr/>
          </p:nvPicPr>
          <p:blipFill rotWithShape="1">
            <a:blip r:embed="rId4">
              <a:alphaModFix/>
            </a:blip>
            <a:srcRect b="0" l="0" r="0" t="0"/>
            <a:stretch/>
          </p:blipFill>
          <p:spPr>
            <a:xfrm>
              <a:off x="876549" y="2734512"/>
              <a:ext cx="66599" cy="66599"/>
            </a:xfrm>
            <a:prstGeom prst="rect">
              <a:avLst/>
            </a:prstGeom>
            <a:noFill/>
            <a:ln>
              <a:noFill/>
            </a:ln>
          </p:spPr>
        </p:pic>
        <p:pic>
          <p:nvPicPr>
            <p:cNvPr id="197" name="Google Shape;197;p12"/>
            <p:cNvPicPr preferRelativeResize="0"/>
            <p:nvPr/>
          </p:nvPicPr>
          <p:blipFill rotWithShape="1">
            <a:blip r:embed="rId4">
              <a:alphaModFix/>
            </a:blip>
            <a:srcRect b="0" l="0" r="0" t="0"/>
            <a:stretch/>
          </p:blipFill>
          <p:spPr>
            <a:xfrm>
              <a:off x="647949" y="2727849"/>
              <a:ext cx="66599" cy="66599"/>
            </a:xfrm>
            <a:prstGeom prst="rect">
              <a:avLst/>
            </a:prstGeom>
            <a:noFill/>
            <a:ln>
              <a:noFill/>
            </a:ln>
          </p:spPr>
        </p:pic>
        <p:pic>
          <p:nvPicPr>
            <p:cNvPr id="198" name="Google Shape;198;p12"/>
            <p:cNvPicPr preferRelativeResize="0"/>
            <p:nvPr/>
          </p:nvPicPr>
          <p:blipFill rotWithShape="1">
            <a:blip r:embed="rId4">
              <a:alphaModFix/>
            </a:blip>
            <a:srcRect b="0" l="0" r="0" t="0"/>
            <a:stretch/>
          </p:blipFill>
          <p:spPr>
            <a:xfrm>
              <a:off x="419349" y="2727849"/>
              <a:ext cx="66599" cy="66599"/>
            </a:xfrm>
            <a:prstGeom prst="rect">
              <a:avLst/>
            </a:prstGeom>
            <a:noFill/>
            <a:ln>
              <a:noFill/>
            </a:ln>
          </p:spPr>
        </p:pic>
        <p:pic>
          <p:nvPicPr>
            <p:cNvPr id="199" name="Google Shape;199;p12"/>
            <p:cNvPicPr preferRelativeResize="0"/>
            <p:nvPr/>
          </p:nvPicPr>
          <p:blipFill rotWithShape="1">
            <a:blip r:embed="rId4">
              <a:alphaModFix/>
            </a:blip>
            <a:srcRect b="0" l="0" r="0" t="0"/>
            <a:stretch/>
          </p:blipFill>
          <p:spPr>
            <a:xfrm>
              <a:off x="190749" y="2727849"/>
              <a:ext cx="66599" cy="66599"/>
            </a:xfrm>
            <a:prstGeom prst="rect">
              <a:avLst/>
            </a:prstGeom>
            <a:noFill/>
            <a:ln>
              <a:noFill/>
            </a:ln>
          </p:spPr>
        </p:pic>
        <p:sp>
          <p:nvSpPr>
            <p:cNvPr id="200" name="Google Shape;200;p12"/>
            <p:cNvSpPr/>
            <p:nvPr/>
          </p:nvSpPr>
          <p:spPr>
            <a:xfrm>
              <a:off x="0" y="27282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2"/>
            <p:cNvSpPr/>
            <p:nvPr/>
          </p:nvSpPr>
          <p:spPr>
            <a:xfrm>
              <a:off x="5400840" y="1976665"/>
              <a:ext cx="744220" cy="1601470"/>
            </a:xfrm>
            <a:custGeom>
              <a:rect b="b" l="l" r="r" t="t"/>
              <a:pathLst>
                <a:path extrusionOk="0" h="1601470" w="744220">
                  <a:moveTo>
                    <a:pt x="50495" y="1564449"/>
                  </a:moveTo>
                  <a:lnTo>
                    <a:pt x="47828" y="1558036"/>
                  </a:lnTo>
                  <a:lnTo>
                    <a:pt x="38366" y="1548561"/>
                  </a:lnTo>
                  <a:lnTo>
                    <a:pt x="31940" y="1545907"/>
                  </a:lnTo>
                  <a:lnTo>
                    <a:pt x="25247" y="1545907"/>
                  </a:lnTo>
                  <a:lnTo>
                    <a:pt x="15417" y="1547888"/>
                  </a:lnTo>
                  <a:lnTo>
                    <a:pt x="7391" y="1553298"/>
                  </a:lnTo>
                  <a:lnTo>
                    <a:pt x="1981" y="1561325"/>
                  </a:lnTo>
                  <a:lnTo>
                    <a:pt x="0" y="1571155"/>
                  </a:lnTo>
                  <a:lnTo>
                    <a:pt x="1981" y="1580972"/>
                  </a:lnTo>
                  <a:lnTo>
                    <a:pt x="7391" y="1588998"/>
                  </a:lnTo>
                  <a:lnTo>
                    <a:pt x="15417" y="1594408"/>
                  </a:lnTo>
                  <a:lnTo>
                    <a:pt x="25247" y="1596390"/>
                  </a:lnTo>
                  <a:lnTo>
                    <a:pt x="35064" y="1594408"/>
                  </a:lnTo>
                  <a:lnTo>
                    <a:pt x="43091" y="1588998"/>
                  </a:lnTo>
                  <a:lnTo>
                    <a:pt x="48501" y="1580972"/>
                  </a:lnTo>
                  <a:lnTo>
                    <a:pt x="50495" y="1571155"/>
                  </a:lnTo>
                  <a:lnTo>
                    <a:pt x="50495" y="1564449"/>
                  </a:lnTo>
                  <a:close/>
                </a:path>
                <a:path extrusionOk="0" h="1601470" w="744220">
                  <a:moveTo>
                    <a:pt x="50495" y="1391145"/>
                  </a:moveTo>
                  <a:lnTo>
                    <a:pt x="47828" y="1384731"/>
                  </a:lnTo>
                  <a:lnTo>
                    <a:pt x="38366" y="1375257"/>
                  </a:lnTo>
                  <a:lnTo>
                    <a:pt x="31940" y="1372603"/>
                  </a:lnTo>
                  <a:lnTo>
                    <a:pt x="25247" y="1372603"/>
                  </a:lnTo>
                  <a:lnTo>
                    <a:pt x="15417" y="1374584"/>
                  </a:lnTo>
                  <a:lnTo>
                    <a:pt x="7391" y="1379994"/>
                  </a:lnTo>
                  <a:lnTo>
                    <a:pt x="1981" y="1388021"/>
                  </a:lnTo>
                  <a:lnTo>
                    <a:pt x="0" y="1397850"/>
                  </a:lnTo>
                  <a:lnTo>
                    <a:pt x="1981" y="1407668"/>
                  </a:lnTo>
                  <a:lnTo>
                    <a:pt x="7391" y="1415694"/>
                  </a:lnTo>
                  <a:lnTo>
                    <a:pt x="15417" y="1421104"/>
                  </a:lnTo>
                  <a:lnTo>
                    <a:pt x="25247" y="1423085"/>
                  </a:lnTo>
                  <a:lnTo>
                    <a:pt x="35064" y="1421104"/>
                  </a:lnTo>
                  <a:lnTo>
                    <a:pt x="43091" y="1415694"/>
                  </a:lnTo>
                  <a:lnTo>
                    <a:pt x="48501" y="1407668"/>
                  </a:lnTo>
                  <a:lnTo>
                    <a:pt x="50495" y="1397850"/>
                  </a:lnTo>
                  <a:lnTo>
                    <a:pt x="50495" y="1391145"/>
                  </a:lnTo>
                  <a:close/>
                </a:path>
                <a:path extrusionOk="0" h="1601470" w="744220">
                  <a:moveTo>
                    <a:pt x="50495" y="1217853"/>
                  </a:moveTo>
                  <a:lnTo>
                    <a:pt x="47828" y="1211427"/>
                  </a:lnTo>
                  <a:lnTo>
                    <a:pt x="38366" y="1201953"/>
                  </a:lnTo>
                  <a:lnTo>
                    <a:pt x="31940" y="1199299"/>
                  </a:lnTo>
                  <a:lnTo>
                    <a:pt x="25247" y="1199299"/>
                  </a:lnTo>
                  <a:lnTo>
                    <a:pt x="15417" y="1201280"/>
                  </a:lnTo>
                  <a:lnTo>
                    <a:pt x="7391" y="1206690"/>
                  </a:lnTo>
                  <a:lnTo>
                    <a:pt x="1981" y="1214716"/>
                  </a:lnTo>
                  <a:lnTo>
                    <a:pt x="0" y="1224546"/>
                  </a:lnTo>
                  <a:lnTo>
                    <a:pt x="1981" y="1234363"/>
                  </a:lnTo>
                  <a:lnTo>
                    <a:pt x="7391" y="1242390"/>
                  </a:lnTo>
                  <a:lnTo>
                    <a:pt x="15417" y="1247800"/>
                  </a:lnTo>
                  <a:lnTo>
                    <a:pt x="25247" y="1249794"/>
                  </a:lnTo>
                  <a:lnTo>
                    <a:pt x="35064" y="1247800"/>
                  </a:lnTo>
                  <a:lnTo>
                    <a:pt x="43091" y="1242390"/>
                  </a:lnTo>
                  <a:lnTo>
                    <a:pt x="48501" y="1234363"/>
                  </a:lnTo>
                  <a:lnTo>
                    <a:pt x="50495" y="1224546"/>
                  </a:lnTo>
                  <a:lnTo>
                    <a:pt x="50495" y="1217853"/>
                  </a:lnTo>
                  <a:close/>
                </a:path>
                <a:path extrusionOk="0" h="1601470" w="744220">
                  <a:moveTo>
                    <a:pt x="50495" y="1044549"/>
                  </a:moveTo>
                  <a:lnTo>
                    <a:pt x="47828" y="1038123"/>
                  </a:lnTo>
                  <a:lnTo>
                    <a:pt x="38366" y="1028649"/>
                  </a:lnTo>
                  <a:lnTo>
                    <a:pt x="31940" y="1025994"/>
                  </a:lnTo>
                  <a:lnTo>
                    <a:pt x="25247" y="1025994"/>
                  </a:lnTo>
                  <a:lnTo>
                    <a:pt x="15417" y="1027976"/>
                  </a:lnTo>
                  <a:lnTo>
                    <a:pt x="7391" y="1033386"/>
                  </a:lnTo>
                  <a:lnTo>
                    <a:pt x="1981" y="1041412"/>
                  </a:lnTo>
                  <a:lnTo>
                    <a:pt x="0" y="1051242"/>
                  </a:lnTo>
                  <a:lnTo>
                    <a:pt x="1981" y="1061072"/>
                  </a:lnTo>
                  <a:lnTo>
                    <a:pt x="7391" y="1069086"/>
                  </a:lnTo>
                  <a:lnTo>
                    <a:pt x="15417" y="1074496"/>
                  </a:lnTo>
                  <a:lnTo>
                    <a:pt x="25247" y="1076490"/>
                  </a:lnTo>
                  <a:lnTo>
                    <a:pt x="35064" y="1074496"/>
                  </a:lnTo>
                  <a:lnTo>
                    <a:pt x="43091" y="1069086"/>
                  </a:lnTo>
                  <a:lnTo>
                    <a:pt x="48501" y="1061072"/>
                  </a:lnTo>
                  <a:lnTo>
                    <a:pt x="50495" y="1051242"/>
                  </a:lnTo>
                  <a:lnTo>
                    <a:pt x="50495" y="1044549"/>
                  </a:lnTo>
                  <a:close/>
                </a:path>
                <a:path extrusionOk="0" h="1601470" w="744220">
                  <a:moveTo>
                    <a:pt x="50495" y="871245"/>
                  </a:moveTo>
                  <a:lnTo>
                    <a:pt x="47828" y="864819"/>
                  </a:lnTo>
                  <a:lnTo>
                    <a:pt x="38366" y="855345"/>
                  </a:lnTo>
                  <a:lnTo>
                    <a:pt x="31940" y="852690"/>
                  </a:lnTo>
                  <a:lnTo>
                    <a:pt x="25247" y="852690"/>
                  </a:lnTo>
                  <a:lnTo>
                    <a:pt x="15417" y="854671"/>
                  </a:lnTo>
                  <a:lnTo>
                    <a:pt x="7391" y="860082"/>
                  </a:lnTo>
                  <a:lnTo>
                    <a:pt x="1981" y="868108"/>
                  </a:lnTo>
                  <a:lnTo>
                    <a:pt x="0" y="877938"/>
                  </a:lnTo>
                  <a:lnTo>
                    <a:pt x="1981" y="887768"/>
                  </a:lnTo>
                  <a:lnTo>
                    <a:pt x="7391" y="895781"/>
                  </a:lnTo>
                  <a:lnTo>
                    <a:pt x="15417" y="901192"/>
                  </a:lnTo>
                  <a:lnTo>
                    <a:pt x="25247" y="903185"/>
                  </a:lnTo>
                  <a:lnTo>
                    <a:pt x="35064" y="901192"/>
                  </a:lnTo>
                  <a:lnTo>
                    <a:pt x="43091" y="895781"/>
                  </a:lnTo>
                  <a:lnTo>
                    <a:pt x="48501" y="887768"/>
                  </a:lnTo>
                  <a:lnTo>
                    <a:pt x="50495" y="877938"/>
                  </a:lnTo>
                  <a:lnTo>
                    <a:pt x="50495" y="871245"/>
                  </a:lnTo>
                  <a:close/>
                </a:path>
                <a:path extrusionOk="0" h="1601470" w="744220">
                  <a:moveTo>
                    <a:pt x="50495" y="711771"/>
                  </a:moveTo>
                  <a:lnTo>
                    <a:pt x="47828" y="705345"/>
                  </a:lnTo>
                  <a:lnTo>
                    <a:pt x="38366" y="695871"/>
                  </a:lnTo>
                  <a:lnTo>
                    <a:pt x="31940" y="693216"/>
                  </a:lnTo>
                  <a:lnTo>
                    <a:pt x="25247" y="693216"/>
                  </a:lnTo>
                  <a:lnTo>
                    <a:pt x="15417" y="695198"/>
                  </a:lnTo>
                  <a:lnTo>
                    <a:pt x="7391" y="700608"/>
                  </a:lnTo>
                  <a:lnTo>
                    <a:pt x="1981" y="708634"/>
                  </a:lnTo>
                  <a:lnTo>
                    <a:pt x="0" y="718464"/>
                  </a:lnTo>
                  <a:lnTo>
                    <a:pt x="1981" y="728281"/>
                  </a:lnTo>
                  <a:lnTo>
                    <a:pt x="7391" y="736307"/>
                  </a:lnTo>
                  <a:lnTo>
                    <a:pt x="15417" y="741718"/>
                  </a:lnTo>
                  <a:lnTo>
                    <a:pt x="25247" y="743712"/>
                  </a:lnTo>
                  <a:lnTo>
                    <a:pt x="35064" y="741718"/>
                  </a:lnTo>
                  <a:lnTo>
                    <a:pt x="43091" y="736307"/>
                  </a:lnTo>
                  <a:lnTo>
                    <a:pt x="48501" y="728281"/>
                  </a:lnTo>
                  <a:lnTo>
                    <a:pt x="50495" y="718464"/>
                  </a:lnTo>
                  <a:lnTo>
                    <a:pt x="50495" y="711771"/>
                  </a:lnTo>
                  <a:close/>
                </a:path>
                <a:path extrusionOk="0" h="1601470" w="744220">
                  <a:moveTo>
                    <a:pt x="50495" y="538467"/>
                  </a:moveTo>
                  <a:lnTo>
                    <a:pt x="47828" y="532041"/>
                  </a:lnTo>
                  <a:lnTo>
                    <a:pt x="38366" y="522566"/>
                  </a:lnTo>
                  <a:lnTo>
                    <a:pt x="31940" y="519912"/>
                  </a:lnTo>
                  <a:lnTo>
                    <a:pt x="25247" y="519912"/>
                  </a:lnTo>
                  <a:lnTo>
                    <a:pt x="15417" y="521893"/>
                  </a:lnTo>
                  <a:lnTo>
                    <a:pt x="7391" y="527304"/>
                  </a:lnTo>
                  <a:lnTo>
                    <a:pt x="1981" y="535330"/>
                  </a:lnTo>
                  <a:lnTo>
                    <a:pt x="0" y="545160"/>
                  </a:lnTo>
                  <a:lnTo>
                    <a:pt x="1981" y="554990"/>
                  </a:lnTo>
                  <a:lnTo>
                    <a:pt x="7391" y="563003"/>
                  </a:lnTo>
                  <a:lnTo>
                    <a:pt x="15417" y="568413"/>
                  </a:lnTo>
                  <a:lnTo>
                    <a:pt x="25247" y="570407"/>
                  </a:lnTo>
                  <a:lnTo>
                    <a:pt x="35064" y="568413"/>
                  </a:lnTo>
                  <a:lnTo>
                    <a:pt x="43091" y="563003"/>
                  </a:lnTo>
                  <a:lnTo>
                    <a:pt x="48501" y="554990"/>
                  </a:lnTo>
                  <a:lnTo>
                    <a:pt x="50495" y="545160"/>
                  </a:lnTo>
                  <a:lnTo>
                    <a:pt x="50495" y="538467"/>
                  </a:lnTo>
                  <a:close/>
                </a:path>
                <a:path extrusionOk="0" h="1601470" w="744220">
                  <a:moveTo>
                    <a:pt x="50495" y="365163"/>
                  </a:moveTo>
                  <a:lnTo>
                    <a:pt x="47828" y="358736"/>
                  </a:lnTo>
                  <a:lnTo>
                    <a:pt x="38366" y="349262"/>
                  </a:lnTo>
                  <a:lnTo>
                    <a:pt x="31940" y="346608"/>
                  </a:lnTo>
                  <a:lnTo>
                    <a:pt x="25247" y="346608"/>
                  </a:lnTo>
                  <a:lnTo>
                    <a:pt x="15417" y="348589"/>
                  </a:lnTo>
                  <a:lnTo>
                    <a:pt x="7391" y="353999"/>
                  </a:lnTo>
                  <a:lnTo>
                    <a:pt x="1981" y="362026"/>
                  </a:lnTo>
                  <a:lnTo>
                    <a:pt x="0" y="371856"/>
                  </a:lnTo>
                  <a:lnTo>
                    <a:pt x="1981" y="381685"/>
                  </a:lnTo>
                  <a:lnTo>
                    <a:pt x="7391" y="389699"/>
                  </a:lnTo>
                  <a:lnTo>
                    <a:pt x="15417" y="395109"/>
                  </a:lnTo>
                  <a:lnTo>
                    <a:pt x="25247" y="397103"/>
                  </a:lnTo>
                  <a:lnTo>
                    <a:pt x="35064" y="395109"/>
                  </a:lnTo>
                  <a:lnTo>
                    <a:pt x="43091" y="389699"/>
                  </a:lnTo>
                  <a:lnTo>
                    <a:pt x="48501" y="381685"/>
                  </a:lnTo>
                  <a:lnTo>
                    <a:pt x="50495" y="371856"/>
                  </a:lnTo>
                  <a:lnTo>
                    <a:pt x="50495" y="365163"/>
                  </a:lnTo>
                  <a:close/>
                </a:path>
                <a:path extrusionOk="0" h="1601470" w="744220">
                  <a:moveTo>
                    <a:pt x="50495" y="191858"/>
                  </a:moveTo>
                  <a:lnTo>
                    <a:pt x="47828" y="185432"/>
                  </a:lnTo>
                  <a:lnTo>
                    <a:pt x="38366" y="175958"/>
                  </a:lnTo>
                  <a:lnTo>
                    <a:pt x="31940" y="173304"/>
                  </a:lnTo>
                  <a:lnTo>
                    <a:pt x="25247" y="173304"/>
                  </a:lnTo>
                  <a:lnTo>
                    <a:pt x="15417" y="175285"/>
                  </a:lnTo>
                  <a:lnTo>
                    <a:pt x="7391" y="180695"/>
                  </a:lnTo>
                  <a:lnTo>
                    <a:pt x="1981" y="188722"/>
                  </a:lnTo>
                  <a:lnTo>
                    <a:pt x="0" y="198551"/>
                  </a:lnTo>
                  <a:lnTo>
                    <a:pt x="1981" y="208381"/>
                  </a:lnTo>
                  <a:lnTo>
                    <a:pt x="7391" y="216395"/>
                  </a:lnTo>
                  <a:lnTo>
                    <a:pt x="15417" y="221805"/>
                  </a:lnTo>
                  <a:lnTo>
                    <a:pt x="25247" y="223799"/>
                  </a:lnTo>
                  <a:lnTo>
                    <a:pt x="35064" y="221805"/>
                  </a:lnTo>
                  <a:lnTo>
                    <a:pt x="43091" y="216395"/>
                  </a:lnTo>
                  <a:lnTo>
                    <a:pt x="48501" y="208381"/>
                  </a:lnTo>
                  <a:lnTo>
                    <a:pt x="50495" y="198551"/>
                  </a:lnTo>
                  <a:lnTo>
                    <a:pt x="50495" y="191858"/>
                  </a:lnTo>
                  <a:close/>
                </a:path>
                <a:path extrusionOk="0" h="1601470" w="744220">
                  <a:moveTo>
                    <a:pt x="50495" y="18554"/>
                  </a:moveTo>
                  <a:lnTo>
                    <a:pt x="47828" y="12128"/>
                  </a:lnTo>
                  <a:lnTo>
                    <a:pt x="38366" y="2667"/>
                  </a:lnTo>
                  <a:lnTo>
                    <a:pt x="31940" y="0"/>
                  </a:lnTo>
                  <a:lnTo>
                    <a:pt x="25247" y="0"/>
                  </a:lnTo>
                  <a:lnTo>
                    <a:pt x="15417" y="1981"/>
                  </a:lnTo>
                  <a:lnTo>
                    <a:pt x="7391" y="7391"/>
                  </a:lnTo>
                  <a:lnTo>
                    <a:pt x="1981" y="15417"/>
                  </a:lnTo>
                  <a:lnTo>
                    <a:pt x="0" y="25247"/>
                  </a:lnTo>
                  <a:lnTo>
                    <a:pt x="1981" y="35077"/>
                  </a:lnTo>
                  <a:lnTo>
                    <a:pt x="7391" y="43091"/>
                  </a:lnTo>
                  <a:lnTo>
                    <a:pt x="15417" y="48501"/>
                  </a:lnTo>
                  <a:lnTo>
                    <a:pt x="25247" y="50495"/>
                  </a:lnTo>
                  <a:lnTo>
                    <a:pt x="35064" y="48501"/>
                  </a:lnTo>
                  <a:lnTo>
                    <a:pt x="43091" y="43091"/>
                  </a:lnTo>
                  <a:lnTo>
                    <a:pt x="48501" y="35077"/>
                  </a:lnTo>
                  <a:lnTo>
                    <a:pt x="50495" y="25247"/>
                  </a:lnTo>
                  <a:lnTo>
                    <a:pt x="50495" y="18554"/>
                  </a:lnTo>
                  <a:close/>
                </a:path>
                <a:path extrusionOk="0" h="1601470" w="744220">
                  <a:moveTo>
                    <a:pt x="223799" y="1564449"/>
                  </a:moveTo>
                  <a:lnTo>
                    <a:pt x="221132" y="1558036"/>
                  </a:lnTo>
                  <a:lnTo>
                    <a:pt x="211670" y="1548561"/>
                  </a:lnTo>
                  <a:lnTo>
                    <a:pt x="205244" y="1545907"/>
                  </a:lnTo>
                  <a:lnTo>
                    <a:pt x="198551" y="1545907"/>
                  </a:lnTo>
                  <a:lnTo>
                    <a:pt x="188722" y="1547888"/>
                  </a:lnTo>
                  <a:lnTo>
                    <a:pt x="180695" y="1553298"/>
                  </a:lnTo>
                  <a:lnTo>
                    <a:pt x="175285" y="1561325"/>
                  </a:lnTo>
                  <a:lnTo>
                    <a:pt x="173304" y="1571155"/>
                  </a:lnTo>
                  <a:lnTo>
                    <a:pt x="175285" y="1580972"/>
                  </a:lnTo>
                  <a:lnTo>
                    <a:pt x="180695" y="1588998"/>
                  </a:lnTo>
                  <a:lnTo>
                    <a:pt x="188722" y="1594408"/>
                  </a:lnTo>
                  <a:lnTo>
                    <a:pt x="198551" y="1596390"/>
                  </a:lnTo>
                  <a:lnTo>
                    <a:pt x="208368" y="1594408"/>
                  </a:lnTo>
                  <a:lnTo>
                    <a:pt x="216395" y="1588998"/>
                  </a:lnTo>
                  <a:lnTo>
                    <a:pt x="221805" y="1580972"/>
                  </a:lnTo>
                  <a:lnTo>
                    <a:pt x="223799" y="1571155"/>
                  </a:lnTo>
                  <a:lnTo>
                    <a:pt x="223799" y="1564449"/>
                  </a:lnTo>
                  <a:close/>
                </a:path>
                <a:path extrusionOk="0" h="1601470" w="744220">
                  <a:moveTo>
                    <a:pt x="223799" y="1391145"/>
                  </a:moveTo>
                  <a:lnTo>
                    <a:pt x="221132" y="1384731"/>
                  </a:lnTo>
                  <a:lnTo>
                    <a:pt x="211670" y="1375257"/>
                  </a:lnTo>
                  <a:lnTo>
                    <a:pt x="205244" y="1372603"/>
                  </a:lnTo>
                  <a:lnTo>
                    <a:pt x="198551" y="1372603"/>
                  </a:lnTo>
                  <a:lnTo>
                    <a:pt x="188722" y="1374584"/>
                  </a:lnTo>
                  <a:lnTo>
                    <a:pt x="180695" y="1379994"/>
                  </a:lnTo>
                  <a:lnTo>
                    <a:pt x="175285" y="1388021"/>
                  </a:lnTo>
                  <a:lnTo>
                    <a:pt x="173304" y="1397850"/>
                  </a:lnTo>
                  <a:lnTo>
                    <a:pt x="175285" y="1407668"/>
                  </a:lnTo>
                  <a:lnTo>
                    <a:pt x="180695" y="1415694"/>
                  </a:lnTo>
                  <a:lnTo>
                    <a:pt x="188722" y="1421104"/>
                  </a:lnTo>
                  <a:lnTo>
                    <a:pt x="198551" y="1423085"/>
                  </a:lnTo>
                  <a:lnTo>
                    <a:pt x="208368" y="1421104"/>
                  </a:lnTo>
                  <a:lnTo>
                    <a:pt x="216395" y="1415694"/>
                  </a:lnTo>
                  <a:lnTo>
                    <a:pt x="221805" y="1407668"/>
                  </a:lnTo>
                  <a:lnTo>
                    <a:pt x="223799" y="1397850"/>
                  </a:lnTo>
                  <a:lnTo>
                    <a:pt x="223799" y="1391145"/>
                  </a:lnTo>
                  <a:close/>
                </a:path>
                <a:path extrusionOk="0" h="1601470" w="744220">
                  <a:moveTo>
                    <a:pt x="223799" y="1217853"/>
                  </a:moveTo>
                  <a:lnTo>
                    <a:pt x="221132" y="1211427"/>
                  </a:lnTo>
                  <a:lnTo>
                    <a:pt x="211670" y="1201953"/>
                  </a:lnTo>
                  <a:lnTo>
                    <a:pt x="205244" y="1199299"/>
                  </a:lnTo>
                  <a:lnTo>
                    <a:pt x="198551" y="1199299"/>
                  </a:lnTo>
                  <a:lnTo>
                    <a:pt x="188722" y="1201280"/>
                  </a:lnTo>
                  <a:lnTo>
                    <a:pt x="180695" y="1206690"/>
                  </a:lnTo>
                  <a:lnTo>
                    <a:pt x="175285" y="1214716"/>
                  </a:lnTo>
                  <a:lnTo>
                    <a:pt x="173304" y="1224546"/>
                  </a:lnTo>
                  <a:lnTo>
                    <a:pt x="175285" y="1234363"/>
                  </a:lnTo>
                  <a:lnTo>
                    <a:pt x="180695" y="1242390"/>
                  </a:lnTo>
                  <a:lnTo>
                    <a:pt x="188722" y="1247800"/>
                  </a:lnTo>
                  <a:lnTo>
                    <a:pt x="198551" y="1249794"/>
                  </a:lnTo>
                  <a:lnTo>
                    <a:pt x="208368" y="1247800"/>
                  </a:lnTo>
                  <a:lnTo>
                    <a:pt x="216395" y="1242390"/>
                  </a:lnTo>
                  <a:lnTo>
                    <a:pt x="221805" y="1234363"/>
                  </a:lnTo>
                  <a:lnTo>
                    <a:pt x="223799" y="1224546"/>
                  </a:lnTo>
                  <a:lnTo>
                    <a:pt x="223799" y="1217853"/>
                  </a:lnTo>
                  <a:close/>
                </a:path>
                <a:path extrusionOk="0" h="1601470" w="744220">
                  <a:moveTo>
                    <a:pt x="223799" y="1044549"/>
                  </a:moveTo>
                  <a:lnTo>
                    <a:pt x="221132" y="1038123"/>
                  </a:lnTo>
                  <a:lnTo>
                    <a:pt x="211670" y="1028649"/>
                  </a:lnTo>
                  <a:lnTo>
                    <a:pt x="205244" y="1025994"/>
                  </a:lnTo>
                  <a:lnTo>
                    <a:pt x="198551" y="1025994"/>
                  </a:lnTo>
                  <a:lnTo>
                    <a:pt x="188722" y="1027976"/>
                  </a:lnTo>
                  <a:lnTo>
                    <a:pt x="180695" y="1033386"/>
                  </a:lnTo>
                  <a:lnTo>
                    <a:pt x="175285" y="1041412"/>
                  </a:lnTo>
                  <a:lnTo>
                    <a:pt x="173304" y="1051242"/>
                  </a:lnTo>
                  <a:lnTo>
                    <a:pt x="175285" y="1061072"/>
                  </a:lnTo>
                  <a:lnTo>
                    <a:pt x="180695" y="1069086"/>
                  </a:lnTo>
                  <a:lnTo>
                    <a:pt x="188722" y="1074496"/>
                  </a:lnTo>
                  <a:lnTo>
                    <a:pt x="198551" y="1076490"/>
                  </a:lnTo>
                  <a:lnTo>
                    <a:pt x="208368" y="1074496"/>
                  </a:lnTo>
                  <a:lnTo>
                    <a:pt x="216395" y="1069086"/>
                  </a:lnTo>
                  <a:lnTo>
                    <a:pt x="221805" y="1061072"/>
                  </a:lnTo>
                  <a:lnTo>
                    <a:pt x="223799" y="1051242"/>
                  </a:lnTo>
                  <a:lnTo>
                    <a:pt x="223799" y="1044549"/>
                  </a:lnTo>
                  <a:close/>
                </a:path>
                <a:path extrusionOk="0" h="1601470" w="744220">
                  <a:moveTo>
                    <a:pt x="223799" y="871245"/>
                  </a:moveTo>
                  <a:lnTo>
                    <a:pt x="221132" y="864819"/>
                  </a:lnTo>
                  <a:lnTo>
                    <a:pt x="211670" y="855345"/>
                  </a:lnTo>
                  <a:lnTo>
                    <a:pt x="205244" y="852690"/>
                  </a:lnTo>
                  <a:lnTo>
                    <a:pt x="198551" y="852690"/>
                  </a:lnTo>
                  <a:lnTo>
                    <a:pt x="188722" y="854671"/>
                  </a:lnTo>
                  <a:lnTo>
                    <a:pt x="180695" y="860082"/>
                  </a:lnTo>
                  <a:lnTo>
                    <a:pt x="175285" y="868108"/>
                  </a:lnTo>
                  <a:lnTo>
                    <a:pt x="173304" y="877938"/>
                  </a:lnTo>
                  <a:lnTo>
                    <a:pt x="175285" y="887768"/>
                  </a:lnTo>
                  <a:lnTo>
                    <a:pt x="180695" y="895781"/>
                  </a:lnTo>
                  <a:lnTo>
                    <a:pt x="188722" y="901192"/>
                  </a:lnTo>
                  <a:lnTo>
                    <a:pt x="198551" y="903185"/>
                  </a:lnTo>
                  <a:lnTo>
                    <a:pt x="208368" y="901192"/>
                  </a:lnTo>
                  <a:lnTo>
                    <a:pt x="216395" y="895781"/>
                  </a:lnTo>
                  <a:lnTo>
                    <a:pt x="221805" y="887768"/>
                  </a:lnTo>
                  <a:lnTo>
                    <a:pt x="223799" y="877938"/>
                  </a:lnTo>
                  <a:lnTo>
                    <a:pt x="223799" y="871245"/>
                  </a:lnTo>
                  <a:close/>
                </a:path>
                <a:path extrusionOk="0" h="1601470" w="744220">
                  <a:moveTo>
                    <a:pt x="223799" y="711771"/>
                  </a:moveTo>
                  <a:lnTo>
                    <a:pt x="221132" y="705345"/>
                  </a:lnTo>
                  <a:lnTo>
                    <a:pt x="211670" y="695871"/>
                  </a:lnTo>
                  <a:lnTo>
                    <a:pt x="205244" y="693216"/>
                  </a:lnTo>
                  <a:lnTo>
                    <a:pt x="198551" y="693216"/>
                  </a:lnTo>
                  <a:lnTo>
                    <a:pt x="188722" y="695198"/>
                  </a:lnTo>
                  <a:lnTo>
                    <a:pt x="180695" y="700608"/>
                  </a:lnTo>
                  <a:lnTo>
                    <a:pt x="175285" y="708634"/>
                  </a:lnTo>
                  <a:lnTo>
                    <a:pt x="173304" y="718464"/>
                  </a:lnTo>
                  <a:lnTo>
                    <a:pt x="175285" y="728281"/>
                  </a:lnTo>
                  <a:lnTo>
                    <a:pt x="180695" y="736307"/>
                  </a:lnTo>
                  <a:lnTo>
                    <a:pt x="188722" y="741718"/>
                  </a:lnTo>
                  <a:lnTo>
                    <a:pt x="198551" y="743712"/>
                  </a:lnTo>
                  <a:lnTo>
                    <a:pt x="208368" y="741718"/>
                  </a:lnTo>
                  <a:lnTo>
                    <a:pt x="216395" y="736307"/>
                  </a:lnTo>
                  <a:lnTo>
                    <a:pt x="221805" y="728281"/>
                  </a:lnTo>
                  <a:lnTo>
                    <a:pt x="223799" y="718464"/>
                  </a:lnTo>
                  <a:lnTo>
                    <a:pt x="223799" y="711771"/>
                  </a:lnTo>
                  <a:close/>
                </a:path>
                <a:path extrusionOk="0" h="1601470" w="744220">
                  <a:moveTo>
                    <a:pt x="223799" y="538467"/>
                  </a:moveTo>
                  <a:lnTo>
                    <a:pt x="221132" y="532041"/>
                  </a:lnTo>
                  <a:lnTo>
                    <a:pt x="211670" y="522566"/>
                  </a:lnTo>
                  <a:lnTo>
                    <a:pt x="205244" y="519912"/>
                  </a:lnTo>
                  <a:lnTo>
                    <a:pt x="198551" y="519912"/>
                  </a:lnTo>
                  <a:lnTo>
                    <a:pt x="188722" y="521893"/>
                  </a:lnTo>
                  <a:lnTo>
                    <a:pt x="180695" y="527304"/>
                  </a:lnTo>
                  <a:lnTo>
                    <a:pt x="175285" y="535330"/>
                  </a:lnTo>
                  <a:lnTo>
                    <a:pt x="173304" y="545160"/>
                  </a:lnTo>
                  <a:lnTo>
                    <a:pt x="175285" y="554990"/>
                  </a:lnTo>
                  <a:lnTo>
                    <a:pt x="180695" y="563003"/>
                  </a:lnTo>
                  <a:lnTo>
                    <a:pt x="188722" y="568413"/>
                  </a:lnTo>
                  <a:lnTo>
                    <a:pt x="198551" y="570407"/>
                  </a:lnTo>
                  <a:lnTo>
                    <a:pt x="208368" y="568413"/>
                  </a:lnTo>
                  <a:lnTo>
                    <a:pt x="216395" y="563003"/>
                  </a:lnTo>
                  <a:lnTo>
                    <a:pt x="221805" y="554990"/>
                  </a:lnTo>
                  <a:lnTo>
                    <a:pt x="223799" y="545160"/>
                  </a:lnTo>
                  <a:lnTo>
                    <a:pt x="223799" y="538467"/>
                  </a:lnTo>
                  <a:close/>
                </a:path>
                <a:path extrusionOk="0" h="1601470" w="744220">
                  <a:moveTo>
                    <a:pt x="223799" y="365163"/>
                  </a:moveTo>
                  <a:lnTo>
                    <a:pt x="221132" y="358736"/>
                  </a:lnTo>
                  <a:lnTo>
                    <a:pt x="211670" y="349262"/>
                  </a:lnTo>
                  <a:lnTo>
                    <a:pt x="205244" y="346608"/>
                  </a:lnTo>
                  <a:lnTo>
                    <a:pt x="198551" y="346608"/>
                  </a:lnTo>
                  <a:lnTo>
                    <a:pt x="188722" y="348589"/>
                  </a:lnTo>
                  <a:lnTo>
                    <a:pt x="180695" y="353999"/>
                  </a:lnTo>
                  <a:lnTo>
                    <a:pt x="175285" y="362026"/>
                  </a:lnTo>
                  <a:lnTo>
                    <a:pt x="173304" y="371856"/>
                  </a:lnTo>
                  <a:lnTo>
                    <a:pt x="175285" y="381685"/>
                  </a:lnTo>
                  <a:lnTo>
                    <a:pt x="180695" y="389699"/>
                  </a:lnTo>
                  <a:lnTo>
                    <a:pt x="188722" y="395109"/>
                  </a:lnTo>
                  <a:lnTo>
                    <a:pt x="198551" y="397103"/>
                  </a:lnTo>
                  <a:lnTo>
                    <a:pt x="208368" y="395109"/>
                  </a:lnTo>
                  <a:lnTo>
                    <a:pt x="216395" y="389699"/>
                  </a:lnTo>
                  <a:lnTo>
                    <a:pt x="221805" y="381685"/>
                  </a:lnTo>
                  <a:lnTo>
                    <a:pt x="223799" y="371856"/>
                  </a:lnTo>
                  <a:lnTo>
                    <a:pt x="223799" y="365163"/>
                  </a:lnTo>
                  <a:close/>
                </a:path>
                <a:path extrusionOk="0" h="1601470" w="744220">
                  <a:moveTo>
                    <a:pt x="223799" y="191858"/>
                  </a:moveTo>
                  <a:lnTo>
                    <a:pt x="221132" y="185432"/>
                  </a:lnTo>
                  <a:lnTo>
                    <a:pt x="211670" y="175958"/>
                  </a:lnTo>
                  <a:lnTo>
                    <a:pt x="205244" y="173304"/>
                  </a:lnTo>
                  <a:lnTo>
                    <a:pt x="198551" y="173304"/>
                  </a:lnTo>
                  <a:lnTo>
                    <a:pt x="188722" y="175285"/>
                  </a:lnTo>
                  <a:lnTo>
                    <a:pt x="180695" y="180695"/>
                  </a:lnTo>
                  <a:lnTo>
                    <a:pt x="175285" y="188722"/>
                  </a:lnTo>
                  <a:lnTo>
                    <a:pt x="173304" y="198551"/>
                  </a:lnTo>
                  <a:lnTo>
                    <a:pt x="175285" y="208381"/>
                  </a:lnTo>
                  <a:lnTo>
                    <a:pt x="180695" y="216395"/>
                  </a:lnTo>
                  <a:lnTo>
                    <a:pt x="188722" y="221805"/>
                  </a:lnTo>
                  <a:lnTo>
                    <a:pt x="198551" y="223799"/>
                  </a:lnTo>
                  <a:lnTo>
                    <a:pt x="208368" y="221805"/>
                  </a:lnTo>
                  <a:lnTo>
                    <a:pt x="216395" y="216395"/>
                  </a:lnTo>
                  <a:lnTo>
                    <a:pt x="221805" y="208381"/>
                  </a:lnTo>
                  <a:lnTo>
                    <a:pt x="223799" y="198551"/>
                  </a:lnTo>
                  <a:lnTo>
                    <a:pt x="223799" y="191858"/>
                  </a:lnTo>
                  <a:close/>
                </a:path>
                <a:path extrusionOk="0" h="1601470" w="744220">
                  <a:moveTo>
                    <a:pt x="223799" y="18554"/>
                  </a:moveTo>
                  <a:lnTo>
                    <a:pt x="221132" y="12128"/>
                  </a:lnTo>
                  <a:lnTo>
                    <a:pt x="211670" y="2667"/>
                  </a:lnTo>
                  <a:lnTo>
                    <a:pt x="205244" y="0"/>
                  </a:lnTo>
                  <a:lnTo>
                    <a:pt x="198551" y="0"/>
                  </a:lnTo>
                  <a:lnTo>
                    <a:pt x="188722" y="1981"/>
                  </a:lnTo>
                  <a:lnTo>
                    <a:pt x="180695" y="7391"/>
                  </a:lnTo>
                  <a:lnTo>
                    <a:pt x="175285" y="15417"/>
                  </a:lnTo>
                  <a:lnTo>
                    <a:pt x="173304" y="25247"/>
                  </a:lnTo>
                  <a:lnTo>
                    <a:pt x="175285" y="35077"/>
                  </a:lnTo>
                  <a:lnTo>
                    <a:pt x="180695" y="43091"/>
                  </a:lnTo>
                  <a:lnTo>
                    <a:pt x="188722" y="48501"/>
                  </a:lnTo>
                  <a:lnTo>
                    <a:pt x="198551" y="50495"/>
                  </a:lnTo>
                  <a:lnTo>
                    <a:pt x="208368" y="48501"/>
                  </a:lnTo>
                  <a:lnTo>
                    <a:pt x="216395" y="43091"/>
                  </a:lnTo>
                  <a:lnTo>
                    <a:pt x="221805" y="35077"/>
                  </a:lnTo>
                  <a:lnTo>
                    <a:pt x="223799" y="25247"/>
                  </a:lnTo>
                  <a:lnTo>
                    <a:pt x="223799" y="18554"/>
                  </a:lnTo>
                  <a:close/>
                </a:path>
                <a:path extrusionOk="0" h="1601470" w="744220">
                  <a:moveTo>
                    <a:pt x="397090" y="1564449"/>
                  </a:moveTo>
                  <a:lnTo>
                    <a:pt x="394436" y="1558036"/>
                  </a:lnTo>
                  <a:lnTo>
                    <a:pt x="384962" y="1548561"/>
                  </a:lnTo>
                  <a:lnTo>
                    <a:pt x="378548" y="1545907"/>
                  </a:lnTo>
                  <a:lnTo>
                    <a:pt x="371856" y="1545907"/>
                  </a:lnTo>
                  <a:lnTo>
                    <a:pt x="362026" y="1547888"/>
                  </a:lnTo>
                  <a:lnTo>
                    <a:pt x="353999" y="1553298"/>
                  </a:lnTo>
                  <a:lnTo>
                    <a:pt x="348589" y="1561325"/>
                  </a:lnTo>
                  <a:lnTo>
                    <a:pt x="346608" y="1571155"/>
                  </a:lnTo>
                  <a:lnTo>
                    <a:pt x="348589" y="1580972"/>
                  </a:lnTo>
                  <a:lnTo>
                    <a:pt x="353999" y="1588998"/>
                  </a:lnTo>
                  <a:lnTo>
                    <a:pt x="362026" y="1594408"/>
                  </a:lnTo>
                  <a:lnTo>
                    <a:pt x="371856" y="1596390"/>
                  </a:lnTo>
                  <a:lnTo>
                    <a:pt x="381673" y="1594408"/>
                  </a:lnTo>
                  <a:lnTo>
                    <a:pt x="389699" y="1588998"/>
                  </a:lnTo>
                  <a:lnTo>
                    <a:pt x="395109" y="1580972"/>
                  </a:lnTo>
                  <a:lnTo>
                    <a:pt x="397090" y="1571155"/>
                  </a:lnTo>
                  <a:lnTo>
                    <a:pt x="397090" y="1564449"/>
                  </a:lnTo>
                  <a:close/>
                </a:path>
                <a:path extrusionOk="0" h="1601470" w="744220">
                  <a:moveTo>
                    <a:pt x="397090" y="1391145"/>
                  </a:moveTo>
                  <a:lnTo>
                    <a:pt x="394436" y="1384731"/>
                  </a:lnTo>
                  <a:lnTo>
                    <a:pt x="384962" y="1375257"/>
                  </a:lnTo>
                  <a:lnTo>
                    <a:pt x="378548" y="1372603"/>
                  </a:lnTo>
                  <a:lnTo>
                    <a:pt x="371856" y="1372603"/>
                  </a:lnTo>
                  <a:lnTo>
                    <a:pt x="362026" y="1374584"/>
                  </a:lnTo>
                  <a:lnTo>
                    <a:pt x="353999" y="1379994"/>
                  </a:lnTo>
                  <a:lnTo>
                    <a:pt x="348589" y="1388021"/>
                  </a:lnTo>
                  <a:lnTo>
                    <a:pt x="346608" y="1397850"/>
                  </a:lnTo>
                  <a:lnTo>
                    <a:pt x="348589" y="1407668"/>
                  </a:lnTo>
                  <a:lnTo>
                    <a:pt x="353999" y="1415694"/>
                  </a:lnTo>
                  <a:lnTo>
                    <a:pt x="362026" y="1421104"/>
                  </a:lnTo>
                  <a:lnTo>
                    <a:pt x="371856" y="1423085"/>
                  </a:lnTo>
                  <a:lnTo>
                    <a:pt x="381673" y="1421104"/>
                  </a:lnTo>
                  <a:lnTo>
                    <a:pt x="389699" y="1415694"/>
                  </a:lnTo>
                  <a:lnTo>
                    <a:pt x="395109" y="1407668"/>
                  </a:lnTo>
                  <a:lnTo>
                    <a:pt x="397090" y="1397850"/>
                  </a:lnTo>
                  <a:lnTo>
                    <a:pt x="397090" y="1391145"/>
                  </a:lnTo>
                  <a:close/>
                </a:path>
                <a:path extrusionOk="0" h="1601470" w="744220">
                  <a:moveTo>
                    <a:pt x="397090" y="1217853"/>
                  </a:moveTo>
                  <a:lnTo>
                    <a:pt x="394436" y="1211427"/>
                  </a:lnTo>
                  <a:lnTo>
                    <a:pt x="384962" y="1201953"/>
                  </a:lnTo>
                  <a:lnTo>
                    <a:pt x="378548" y="1199299"/>
                  </a:lnTo>
                  <a:lnTo>
                    <a:pt x="371856" y="1199299"/>
                  </a:lnTo>
                  <a:lnTo>
                    <a:pt x="362026" y="1201280"/>
                  </a:lnTo>
                  <a:lnTo>
                    <a:pt x="353999" y="1206690"/>
                  </a:lnTo>
                  <a:lnTo>
                    <a:pt x="348589" y="1214716"/>
                  </a:lnTo>
                  <a:lnTo>
                    <a:pt x="346608" y="1224546"/>
                  </a:lnTo>
                  <a:lnTo>
                    <a:pt x="348589" y="1234363"/>
                  </a:lnTo>
                  <a:lnTo>
                    <a:pt x="353999" y="1242390"/>
                  </a:lnTo>
                  <a:lnTo>
                    <a:pt x="362026" y="1247800"/>
                  </a:lnTo>
                  <a:lnTo>
                    <a:pt x="371856" y="1249794"/>
                  </a:lnTo>
                  <a:lnTo>
                    <a:pt x="381673" y="1247800"/>
                  </a:lnTo>
                  <a:lnTo>
                    <a:pt x="389699" y="1242390"/>
                  </a:lnTo>
                  <a:lnTo>
                    <a:pt x="395109" y="1234363"/>
                  </a:lnTo>
                  <a:lnTo>
                    <a:pt x="397090" y="1224546"/>
                  </a:lnTo>
                  <a:lnTo>
                    <a:pt x="397090" y="1217853"/>
                  </a:lnTo>
                  <a:close/>
                </a:path>
                <a:path extrusionOk="0" h="1601470" w="744220">
                  <a:moveTo>
                    <a:pt x="397090" y="1044549"/>
                  </a:moveTo>
                  <a:lnTo>
                    <a:pt x="394436" y="1038123"/>
                  </a:lnTo>
                  <a:lnTo>
                    <a:pt x="384962" y="1028649"/>
                  </a:lnTo>
                  <a:lnTo>
                    <a:pt x="378548" y="1025994"/>
                  </a:lnTo>
                  <a:lnTo>
                    <a:pt x="371856" y="1025994"/>
                  </a:lnTo>
                  <a:lnTo>
                    <a:pt x="362026" y="1027976"/>
                  </a:lnTo>
                  <a:lnTo>
                    <a:pt x="353999" y="1033386"/>
                  </a:lnTo>
                  <a:lnTo>
                    <a:pt x="348589" y="1041412"/>
                  </a:lnTo>
                  <a:lnTo>
                    <a:pt x="346608" y="1051242"/>
                  </a:lnTo>
                  <a:lnTo>
                    <a:pt x="348589" y="1061072"/>
                  </a:lnTo>
                  <a:lnTo>
                    <a:pt x="353999" y="1069086"/>
                  </a:lnTo>
                  <a:lnTo>
                    <a:pt x="362026" y="1074496"/>
                  </a:lnTo>
                  <a:lnTo>
                    <a:pt x="371856" y="1076490"/>
                  </a:lnTo>
                  <a:lnTo>
                    <a:pt x="381673" y="1074496"/>
                  </a:lnTo>
                  <a:lnTo>
                    <a:pt x="389699" y="1069086"/>
                  </a:lnTo>
                  <a:lnTo>
                    <a:pt x="395109" y="1061072"/>
                  </a:lnTo>
                  <a:lnTo>
                    <a:pt x="397090" y="1051242"/>
                  </a:lnTo>
                  <a:lnTo>
                    <a:pt x="397090" y="1044549"/>
                  </a:lnTo>
                  <a:close/>
                </a:path>
                <a:path extrusionOk="0" h="1601470" w="744220">
                  <a:moveTo>
                    <a:pt x="397090" y="871245"/>
                  </a:moveTo>
                  <a:lnTo>
                    <a:pt x="394436" y="864819"/>
                  </a:lnTo>
                  <a:lnTo>
                    <a:pt x="384962" y="855345"/>
                  </a:lnTo>
                  <a:lnTo>
                    <a:pt x="378548" y="852690"/>
                  </a:lnTo>
                  <a:lnTo>
                    <a:pt x="371856" y="852690"/>
                  </a:lnTo>
                  <a:lnTo>
                    <a:pt x="362026" y="854671"/>
                  </a:lnTo>
                  <a:lnTo>
                    <a:pt x="353999" y="860082"/>
                  </a:lnTo>
                  <a:lnTo>
                    <a:pt x="348589" y="868108"/>
                  </a:lnTo>
                  <a:lnTo>
                    <a:pt x="346608" y="877938"/>
                  </a:lnTo>
                  <a:lnTo>
                    <a:pt x="348589" y="887768"/>
                  </a:lnTo>
                  <a:lnTo>
                    <a:pt x="353999" y="895781"/>
                  </a:lnTo>
                  <a:lnTo>
                    <a:pt x="362026" y="901192"/>
                  </a:lnTo>
                  <a:lnTo>
                    <a:pt x="371856" y="903185"/>
                  </a:lnTo>
                  <a:lnTo>
                    <a:pt x="381673" y="901192"/>
                  </a:lnTo>
                  <a:lnTo>
                    <a:pt x="389699" y="895781"/>
                  </a:lnTo>
                  <a:lnTo>
                    <a:pt x="395109" y="887768"/>
                  </a:lnTo>
                  <a:lnTo>
                    <a:pt x="397090" y="877938"/>
                  </a:lnTo>
                  <a:lnTo>
                    <a:pt x="397090" y="871245"/>
                  </a:lnTo>
                  <a:close/>
                </a:path>
                <a:path extrusionOk="0" h="1601470" w="744220">
                  <a:moveTo>
                    <a:pt x="397090" y="711771"/>
                  </a:moveTo>
                  <a:lnTo>
                    <a:pt x="394436" y="705345"/>
                  </a:lnTo>
                  <a:lnTo>
                    <a:pt x="384962" y="695871"/>
                  </a:lnTo>
                  <a:lnTo>
                    <a:pt x="378548" y="693216"/>
                  </a:lnTo>
                  <a:lnTo>
                    <a:pt x="371856" y="693216"/>
                  </a:lnTo>
                  <a:lnTo>
                    <a:pt x="362026" y="695198"/>
                  </a:lnTo>
                  <a:lnTo>
                    <a:pt x="353999" y="700608"/>
                  </a:lnTo>
                  <a:lnTo>
                    <a:pt x="348589" y="708634"/>
                  </a:lnTo>
                  <a:lnTo>
                    <a:pt x="346608" y="718464"/>
                  </a:lnTo>
                  <a:lnTo>
                    <a:pt x="348589" y="728281"/>
                  </a:lnTo>
                  <a:lnTo>
                    <a:pt x="353999" y="736307"/>
                  </a:lnTo>
                  <a:lnTo>
                    <a:pt x="362026" y="741718"/>
                  </a:lnTo>
                  <a:lnTo>
                    <a:pt x="371856" y="743712"/>
                  </a:lnTo>
                  <a:lnTo>
                    <a:pt x="381673" y="741718"/>
                  </a:lnTo>
                  <a:lnTo>
                    <a:pt x="389699" y="736307"/>
                  </a:lnTo>
                  <a:lnTo>
                    <a:pt x="395109" y="728281"/>
                  </a:lnTo>
                  <a:lnTo>
                    <a:pt x="397090" y="718464"/>
                  </a:lnTo>
                  <a:lnTo>
                    <a:pt x="397090" y="711771"/>
                  </a:lnTo>
                  <a:close/>
                </a:path>
                <a:path extrusionOk="0" h="1601470" w="744220">
                  <a:moveTo>
                    <a:pt x="397090" y="538467"/>
                  </a:moveTo>
                  <a:lnTo>
                    <a:pt x="394436" y="532041"/>
                  </a:lnTo>
                  <a:lnTo>
                    <a:pt x="384962" y="522566"/>
                  </a:lnTo>
                  <a:lnTo>
                    <a:pt x="378548" y="519912"/>
                  </a:lnTo>
                  <a:lnTo>
                    <a:pt x="371856" y="519912"/>
                  </a:lnTo>
                  <a:lnTo>
                    <a:pt x="362026" y="521893"/>
                  </a:lnTo>
                  <a:lnTo>
                    <a:pt x="353999" y="527304"/>
                  </a:lnTo>
                  <a:lnTo>
                    <a:pt x="348589" y="535330"/>
                  </a:lnTo>
                  <a:lnTo>
                    <a:pt x="346608" y="545160"/>
                  </a:lnTo>
                  <a:lnTo>
                    <a:pt x="348589" y="554990"/>
                  </a:lnTo>
                  <a:lnTo>
                    <a:pt x="353999" y="563003"/>
                  </a:lnTo>
                  <a:lnTo>
                    <a:pt x="362026" y="568413"/>
                  </a:lnTo>
                  <a:lnTo>
                    <a:pt x="371856" y="570407"/>
                  </a:lnTo>
                  <a:lnTo>
                    <a:pt x="381673" y="568413"/>
                  </a:lnTo>
                  <a:lnTo>
                    <a:pt x="389699" y="563003"/>
                  </a:lnTo>
                  <a:lnTo>
                    <a:pt x="395109" y="554990"/>
                  </a:lnTo>
                  <a:lnTo>
                    <a:pt x="397090" y="545160"/>
                  </a:lnTo>
                  <a:lnTo>
                    <a:pt x="397090" y="538467"/>
                  </a:lnTo>
                  <a:close/>
                </a:path>
                <a:path extrusionOk="0" h="1601470" w="744220">
                  <a:moveTo>
                    <a:pt x="397090" y="365163"/>
                  </a:moveTo>
                  <a:lnTo>
                    <a:pt x="394436" y="358736"/>
                  </a:lnTo>
                  <a:lnTo>
                    <a:pt x="384962" y="349262"/>
                  </a:lnTo>
                  <a:lnTo>
                    <a:pt x="378548" y="346608"/>
                  </a:lnTo>
                  <a:lnTo>
                    <a:pt x="371856" y="346608"/>
                  </a:lnTo>
                  <a:lnTo>
                    <a:pt x="362026" y="348589"/>
                  </a:lnTo>
                  <a:lnTo>
                    <a:pt x="353999" y="353999"/>
                  </a:lnTo>
                  <a:lnTo>
                    <a:pt x="348589" y="362026"/>
                  </a:lnTo>
                  <a:lnTo>
                    <a:pt x="346608" y="371856"/>
                  </a:lnTo>
                  <a:lnTo>
                    <a:pt x="348589" y="381685"/>
                  </a:lnTo>
                  <a:lnTo>
                    <a:pt x="353999" y="389699"/>
                  </a:lnTo>
                  <a:lnTo>
                    <a:pt x="362026" y="395109"/>
                  </a:lnTo>
                  <a:lnTo>
                    <a:pt x="371856" y="397103"/>
                  </a:lnTo>
                  <a:lnTo>
                    <a:pt x="381673" y="395109"/>
                  </a:lnTo>
                  <a:lnTo>
                    <a:pt x="389699" y="389699"/>
                  </a:lnTo>
                  <a:lnTo>
                    <a:pt x="395109" y="381685"/>
                  </a:lnTo>
                  <a:lnTo>
                    <a:pt x="397090" y="371856"/>
                  </a:lnTo>
                  <a:lnTo>
                    <a:pt x="397090" y="365163"/>
                  </a:lnTo>
                  <a:close/>
                </a:path>
                <a:path extrusionOk="0" h="1601470" w="744220">
                  <a:moveTo>
                    <a:pt x="397090" y="191858"/>
                  </a:moveTo>
                  <a:lnTo>
                    <a:pt x="394436" y="185432"/>
                  </a:lnTo>
                  <a:lnTo>
                    <a:pt x="384962" y="175958"/>
                  </a:lnTo>
                  <a:lnTo>
                    <a:pt x="378548" y="173304"/>
                  </a:lnTo>
                  <a:lnTo>
                    <a:pt x="371856" y="173304"/>
                  </a:lnTo>
                  <a:lnTo>
                    <a:pt x="362026" y="175285"/>
                  </a:lnTo>
                  <a:lnTo>
                    <a:pt x="353999" y="180695"/>
                  </a:lnTo>
                  <a:lnTo>
                    <a:pt x="348589" y="188722"/>
                  </a:lnTo>
                  <a:lnTo>
                    <a:pt x="346608" y="198551"/>
                  </a:lnTo>
                  <a:lnTo>
                    <a:pt x="348589" y="208381"/>
                  </a:lnTo>
                  <a:lnTo>
                    <a:pt x="353999" y="216395"/>
                  </a:lnTo>
                  <a:lnTo>
                    <a:pt x="362026" y="221805"/>
                  </a:lnTo>
                  <a:lnTo>
                    <a:pt x="371856" y="223799"/>
                  </a:lnTo>
                  <a:lnTo>
                    <a:pt x="381673" y="221805"/>
                  </a:lnTo>
                  <a:lnTo>
                    <a:pt x="389699" y="216395"/>
                  </a:lnTo>
                  <a:lnTo>
                    <a:pt x="395109" y="208381"/>
                  </a:lnTo>
                  <a:lnTo>
                    <a:pt x="397090" y="198551"/>
                  </a:lnTo>
                  <a:lnTo>
                    <a:pt x="397090" y="191858"/>
                  </a:lnTo>
                  <a:close/>
                </a:path>
                <a:path extrusionOk="0" h="1601470" w="744220">
                  <a:moveTo>
                    <a:pt x="397090" y="18554"/>
                  </a:moveTo>
                  <a:lnTo>
                    <a:pt x="394436" y="12128"/>
                  </a:lnTo>
                  <a:lnTo>
                    <a:pt x="384962" y="2667"/>
                  </a:lnTo>
                  <a:lnTo>
                    <a:pt x="378548" y="0"/>
                  </a:lnTo>
                  <a:lnTo>
                    <a:pt x="371856" y="0"/>
                  </a:lnTo>
                  <a:lnTo>
                    <a:pt x="362026" y="1981"/>
                  </a:lnTo>
                  <a:lnTo>
                    <a:pt x="353999" y="7391"/>
                  </a:lnTo>
                  <a:lnTo>
                    <a:pt x="348589" y="15417"/>
                  </a:lnTo>
                  <a:lnTo>
                    <a:pt x="346608" y="25247"/>
                  </a:lnTo>
                  <a:lnTo>
                    <a:pt x="348589" y="35077"/>
                  </a:lnTo>
                  <a:lnTo>
                    <a:pt x="353999" y="43091"/>
                  </a:lnTo>
                  <a:lnTo>
                    <a:pt x="362026" y="48501"/>
                  </a:lnTo>
                  <a:lnTo>
                    <a:pt x="371856" y="50495"/>
                  </a:lnTo>
                  <a:lnTo>
                    <a:pt x="381673" y="48501"/>
                  </a:lnTo>
                  <a:lnTo>
                    <a:pt x="389699" y="43091"/>
                  </a:lnTo>
                  <a:lnTo>
                    <a:pt x="395109" y="35077"/>
                  </a:lnTo>
                  <a:lnTo>
                    <a:pt x="397090" y="25247"/>
                  </a:lnTo>
                  <a:lnTo>
                    <a:pt x="397090" y="18554"/>
                  </a:lnTo>
                  <a:close/>
                </a:path>
                <a:path extrusionOk="0" h="1601470" w="744220">
                  <a:moveTo>
                    <a:pt x="570395" y="1564449"/>
                  </a:moveTo>
                  <a:lnTo>
                    <a:pt x="567740" y="1558036"/>
                  </a:lnTo>
                  <a:lnTo>
                    <a:pt x="558266" y="1548561"/>
                  </a:lnTo>
                  <a:lnTo>
                    <a:pt x="551853" y="1545907"/>
                  </a:lnTo>
                  <a:lnTo>
                    <a:pt x="545160" y="1545907"/>
                  </a:lnTo>
                  <a:lnTo>
                    <a:pt x="535330" y="1547888"/>
                  </a:lnTo>
                  <a:lnTo>
                    <a:pt x="527304" y="1553298"/>
                  </a:lnTo>
                  <a:lnTo>
                    <a:pt x="521893" y="1561325"/>
                  </a:lnTo>
                  <a:lnTo>
                    <a:pt x="519912" y="1571155"/>
                  </a:lnTo>
                  <a:lnTo>
                    <a:pt x="521893" y="1580972"/>
                  </a:lnTo>
                  <a:lnTo>
                    <a:pt x="527304" y="1588998"/>
                  </a:lnTo>
                  <a:lnTo>
                    <a:pt x="535330" y="1594408"/>
                  </a:lnTo>
                  <a:lnTo>
                    <a:pt x="545160" y="1596390"/>
                  </a:lnTo>
                  <a:lnTo>
                    <a:pt x="554977" y="1594408"/>
                  </a:lnTo>
                  <a:lnTo>
                    <a:pt x="563003" y="1588998"/>
                  </a:lnTo>
                  <a:lnTo>
                    <a:pt x="568413" y="1580972"/>
                  </a:lnTo>
                  <a:lnTo>
                    <a:pt x="570395" y="1571155"/>
                  </a:lnTo>
                  <a:lnTo>
                    <a:pt x="570395" y="1564449"/>
                  </a:lnTo>
                  <a:close/>
                </a:path>
                <a:path extrusionOk="0" h="1601470" w="744220">
                  <a:moveTo>
                    <a:pt x="570395" y="1391145"/>
                  </a:moveTo>
                  <a:lnTo>
                    <a:pt x="567740" y="1384731"/>
                  </a:lnTo>
                  <a:lnTo>
                    <a:pt x="558266" y="1375257"/>
                  </a:lnTo>
                  <a:lnTo>
                    <a:pt x="551853" y="1372603"/>
                  </a:lnTo>
                  <a:lnTo>
                    <a:pt x="545160" y="1372603"/>
                  </a:lnTo>
                  <a:lnTo>
                    <a:pt x="535330" y="1374584"/>
                  </a:lnTo>
                  <a:lnTo>
                    <a:pt x="527304" y="1379994"/>
                  </a:lnTo>
                  <a:lnTo>
                    <a:pt x="521893" y="1388021"/>
                  </a:lnTo>
                  <a:lnTo>
                    <a:pt x="519912" y="1397850"/>
                  </a:lnTo>
                  <a:lnTo>
                    <a:pt x="521893" y="1407668"/>
                  </a:lnTo>
                  <a:lnTo>
                    <a:pt x="527304" y="1415694"/>
                  </a:lnTo>
                  <a:lnTo>
                    <a:pt x="535330" y="1421104"/>
                  </a:lnTo>
                  <a:lnTo>
                    <a:pt x="545160" y="1423085"/>
                  </a:lnTo>
                  <a:lnTo>
                    <a:pt x="554977" y="1421104"/>
                  </a:lnTo>
                  <a:lnTo>
                    <a:pt x="563003" y="1415694"/>
                  </a:lnTo>
                  <a:lnTo>
                    <a:pt x="568413" y="1407668"/>
                  </a:lnTo>
                  <a:lnTo>
                    <a:pt x="570395" y="1397850"/>
                  </a:lnTo>
                  <a:lnTo>
                    <a:pt x="570395" y="1391145"/>
                  </a:lnTo>
                  <a:close/>
                </a:path>
                <a:path extrusionOk="0" h="1601470" w="744220">
                  <a:moveTo>
                    <a:pt x="570395" y="1217853"/>
                  </a:moveTo>
                  <a:lnTo>
                    <a:pt x="567740" y="1211427"/>
                  </a:lnTo>
                  <a:lnTo>
                    <a:pt x="558266" y="1201953"/>
                  </a:lnTo>
                  <a:lnTo>
                    <a:pt x="551853" y="1199299"/>
                  </a:lnTo>
                  <a:lnTo>
                    <a:pt x="545160" y="1199299"/>
                  </a:lnTo>
                  <a:lnTo>
                    <a:pt x="535330" y="1201280"/>
                  </a:lnTo>
                  <a:lnTo>
                    <a:pt x="527304" y="1206690"/>
                  </a:lnTo>
                  <a:lnTo>
                    <a:pt x="521893" y="1214716"/>
                  </a:lnTo>
                  <a:lnTo>
                    <a:pt x="519912" y="1224546"/>
                  </a:lnTo>
                  <a:lnTo>
                    <a:pt x="521893" y="1234363"/>
                  </a:lnTo>
                  <a:lnTo>
                    <a:pt x="527304" y="1242390"/>
                  </a:lnTo>
                  <a:lnTo>
                    <a:pt x="535330" y="1247800"/>
                  </a:lnTo>
                  <a:lnTo>
                    <a:pt x="545160" y="1249794"/>
                  </a:lnTo>
                  <a:lnTo>
                    <a:pt x="554977" y="1247800"/>
                  </a:lnTo>
                  <a:lnTo>
                    <a:pt x="563003" y="1242390"/>
                  </a:lnTo>
                  <a:lnTo>
                    <a:pt x="568413" y="1234363"/>
                  </a:lnTo>
                  <a:lnTo>
                    <a:pt x="570395" y="1224546"/>
                  </a:lnTo>
                  <a:lnTo>
                    <a:pt x="570395" y="1217853"/>
                  </a:lnTo>
                  <a:close/>
                </a:path>
                <a:path extrusionOk="0" h="1601470" w="744220">
                  <a:moveTo>
                    <a:pt x="570395" y="1044549"/>
                  </a:moveTo>
                  <a:lnTo>
                    <a:pt x="567740" y="1038123"/>
                  </a:lnTo>
                  <a:lnTo>
                    <a:pt x="558266" y="1028649"/>
                  </a:lnTo>
                  <a:lnTo>
                    <a:pt x="551853" y="1025994"/>
                  </a:lnTo>
                  <a:lnTo>
                    <a:pt x="545160" y="1025994"/>
                  </a:lnTo>
                  <a:lnTo>
                    <a:pt x="535330" y="1027976"/>
                  </a:lnTo>
                  <a:lnTo>
                    <a:pt x="527304" y="1033386"/>
                  </a:lnTo>
                  <a:lnTo>
                    <a:pt x="521893" y="1041412"/>
                  </a:lnTo>
                  <a:lnTo>
                    <a:pt x="519912" y="1051242"/>
                  </a:lnTo>
                  <a:lnTo>
                    <a:pt x="521893" y="1061072"/>
                  </a:lnTo>
                  <a:lnTo>
                    <a:pt x="527304" y="1069086"/>
                  </a:lnTo>
                  <a:lnTo>
                    <a:pt x="535330" y="1074496"/>
                  </a:lnTo>
                  <a:lnTo>
                    <a:pt x="545160" y="1076490"/>
                  </a:lnTo>
                  <a:lnTo>
                    <a:pt x="554977" y="1074496"/>
                  </a:lnTo>
                  <a:lnTo>
                    <a:pt x="563003" y="1069086"/>
                  </a:lnTo>
                  <a:lnTo>
                    <a:pt x="568413" y="1061072"/>
                  </a:lnTo>
                  <a:lnTo>
                    <a:pt x="570395" y="1051242"/>
                  </a:lnTo>
                  <a:lnTo>
                    <a:pt x="570395" y="1044549"/>
                  </a:lnTo>
                  <a:close/>
                </a:path>
                <a:path extrusionOk="0" h="1601470" w="744220">
                  <a:moveTo>
                    <a:pt x="570395" y="871245"/>
                  </a:moveTo>
                  <a:lnTo>
                    <a:pt x="567740" y="864819"/>
                  </a:lnTo>
                  <a:lnTo>
                    <a:pt x="558266" y="855345"/>
                  </a:lnTo>
                  <a:lnTo>
                    <a:pt x="551853" y="852690"/>
                  </a:lnTo>
                  <a:lnTo>
                    <a:pt x="545160" y="852690"/>
                  </a:lnTo>
                  <a:lnTo>
                    <a:pt x="535330" y="854671"/>
                  </a:lnTo>
                  <a:lnTo>
                    <a:pt x="527304" y="860082"/>
                  </a:lnTo>
                  <a:lnTo>
                    <a:pt x="521893" y="868108"/>
                  </a:lnTo>
                  <a:lnTo>
                    <a:pt x="519912" y="877938"/>
                  </a:lnTo>
                  <a:lnTo>
                    <a:pt x="521893" y="887768"/>
                  </a:lnTo>
                  <a:lnTo>
                    <a:pt x="527304" y="895781"/>
                  </a:lnTo>
                  <a:lnTo>
                    <a:pt x="535330" y="901192"/>
                  </a:lnTo>
                  <a:lnTo>
                    <a:pt x="545160" y="903185"/>
                  </a:lnTo>
                  <a:lnTo>
                    <a:pt x="554977" y="901192"/>
                  </a:lnTo>
                  <a:lnTo>
                    <a:pt x="563003" y="895781"/>
                  </a:lnTo>
                  <a:lnTo>
                    <a:pt x="568413" y="887768"/>
                  </a:lnTo>
                  <a:lnTo>
                    <a:pt x="570395" y="877938"/>
                  </a:lnTo>
                  <a:lnTo>
                    <a:pt x="570395" y="871245"/>
                  </a:lnTo>
                  <a:close/>
                </a:path>
                <a:path extrusionOk="0" h="1601470" w="744220">
                  <a:moveTo>
                    <a:pt x="570395" y="711771"/>
                  </a:moveTo>
                  <a:lnTo>
                    <a:pt x="567740" y="705345"/>
                  </a:lnTo>
                  <a:lnTo>
                    <a:pt x="558266" y="695871"/>
                  </a:lnTo>
                  <a:lnTo>
                    <a:pt x="551853" y="693216"/>
                  </a:lnTo>
                  <a:lnTo>
                    <a:pt x="545160" y="693216"/>
                  </a:lnTo>
                  <a:lnTo>
                    <a:pt x="535330" y="695198"/>
                  </a:lnTo>
                  <a:lnTo>
                    <a:pt x="527304" y="700608"/>
                  </a:lnTo>
                  <a:lnTo>
                    <a:pt x="521893" y="708634"/>
                  </a:lnTo>
                  <a:lnTo>
                    <a:pt x="519912" y="718464"/>
                  </a:lnTo>
                  <a:lnTo>
                    <a:pt x="521893" y="728281"/>
                  </a:lnTo>
                  <a:lnTo>
                    <a:pt x="527304" y="736307"/>
                  </a:lnTo>
                  <a:lnTo>
                    <a:pt x="535330" y="741718"/>
                  </a:lnTo>
                  <a:lnTo>
                    <a:pt x="545160" y="743712"/>
                  </a:lnTo>
                  <a:lnTo>
                    <a:pt x="554977" y="741718"/>
                  </a:lnTo>
                  <a:lnTo>
                    <a:pt x="563003" y="736307"/>
                  </a:lnTo>
                  <a:lnTo>
                    <a:pt x="568413" y="728281"/>
                  </a:lnTo>
                  <a:lnTo>
                    <a:pt x="570395" y="718464"/>
                  </a:lnTo>
                  <a:lnTo>
                    <a:pt x="570395" y="711771"/>
                  </a:lnTo>
                  <a:close/>
                </a:path>
                <a:path extrusionOk="0" h="1601470" w="744220">
                  <a:moveTo>
                    <a:pt x="570395" y="538467"/>
                  </a:moveTo>
                  <a:lnTo>
                    <a:pt x="567740" y="532041"/>
                  </a:lnTo>
                  <a:lnTo>
                    <a:pt x="558266" y="522566"/>
                  </a:lnTo>
                  <a:lnTo>
                    <a:pt x="551853" y="519912"/>
                  </a:lnTo>
                  <a:lnTo>
                    <a:pt x="545160" y="519912"/>
                  </a:lnTo>
                  <a:lnTo>
                    <a:pt x="535330" y="521893"/>
                  </a:lnTo>
                  <a:lnTo>
                    <a:pt x="527304" y="527304"/>
                  </a:lnTo>
                  <a:lnTo>
                    <a:pt x="521893" y="535330"/>
                  </a:lnTo>
                  <a:lnTo>
                    <a:pt x="519912" y="545160"/>
                  </a:lnTo>
                  <a:lnTo>
                    <a:pt x="521893" y="554990"/>
                  </a:lnTo>
                  <a:lnTo>
                    <a:pt x="527304" y="563003"/>
                  </a:lnTo>
                  <a:lnTo>
                    <a:pt x="535330" y="568413"/>
                  </a:lnTo>
                  <a:lnTo>
                    <a:pt x="545160" y="570407"/>
                  </a:lnTo>
                  <a:lnTo>
                    <a:pt x="554977" y="568413"/>
                  </a:lnTo>
                  <a:lnTo>
                    <a:pt x="563003" y="563003"/>
                  </a:lnTo>
                  <a:lnTo>
                    <a:pt x="568413" y="554990"/>
                  </a:lnTo>
                  <a:lnTo>
                    <a:pt x="570395" y="545160"/>
                  </a:lnTo>
                  <a:lnTo>
                    <a:pt x="570395" y="538467"/>
                  </a:lnTo>
                  <a:close/>
                </a:path>
                <a:path extrusionOk="0" h="1601470" w="744220">
                  <a:moveTo>
                    <a:pt x="570395" y="365163"/>
                  </a:moveTo>
                  <a:lnTo>
                    <a:pt x="567740" y="358736"/>
                  </a:lnTo>
                  <a:lnTo>
                    <a:pt x="558266" y="349262"/>
                  </a:lnTo>
                  <a:lnTo>
                    <a:pt x="551853" y="346608"/>
                  </a:lnTo>
                  <a:lnTo>
                    <a:pt x="545160" y="346608"/>
                  </a:lnTo>
                  <a:lnTo>
                    <a:pt x="535330" y="348589"/>
                  </a:lnTo>
                  <a:lnTo>
                    <a:pt x="527304" y="353999"/>
                  </a:lnTo>
                  <a:lnTo>
                    <a:pt x="521893" y="362026"/>
                  </a:lnTo>
                  <a:lnTo>
                    <a:pt x="519912" y="371856"/>
                  </a:lnTo>
                  <a:lnTo>
                    <a:pt x="521893" y="381685"/>
                  </a:lnTo>
                  <a:lnTo>
                    <a:pt x="527304" y="389699"/>
                  </a:lnTo>
                  <a:lnTo>
                    <a:pt x="535330" y="395109"/>
                  </a:lnTo>
                  <a:lnTo>
                    <a:pt x="545160" y="397103"/>
                  </a:lnTo>
                  <a:lnTo>
                    <a:pt x="554977" y="395109"/>
                  </a:lnTo>
                  <a:lnTo>
                    <a:pt x="563003" y="389699"/>
                  </a:lnTo>
                  <a:lnTo>
                    <a:pt x="568413" y="381685"/>
                  </a:lnTo>
                  <a:lnTo>
                    <a:pt x="570395" y="371856"/>
                  </a:lnTo>
                  <a:lnTo>
                    <a:pt x="570395" y="365163"/>
                  </a:lnTo>
                  <a:close/>
                </a:path>
                <a:path extrusionOk="0" h="1601470" w="744220">
                  <a:moveTo>
                    <a:pt x="570395" y="191858"/>
                  </a:moveTo>
                  <a:lnTo>
                    <a:pt x="567740" y="185432"/>
                  </a:lnTo>
                  <a:lnTo>
                    <a:pt x="558266" y="175958"/>
                  </a:lnTo>
                  <a:lnTo>
                    <a:pt x="551853" y="173304"/>
                  </a:lnTo>
                  <a:lnTo>
                    <a:pt x="545160" y="173304"/>
                  </a:lnTo>
                  <a:lnTo>
                    <a:pt x="535330" y="175285"/>
                  </a:lnTo>
                  <a:lnTo>
                    <a:pt x="527304" y="180695"/>
                  </a:lnTo>
                  <a:lnTo>
                    <a:pt x="521893" y="188722"/>
                  </a:lnTo>
                  <a:lnTo>
                    <a:pt x="519912" y="198551"/>
                  </a:lnTo>
                  <a:lnTo>
                    <a:pt x="521893" y="208381"/>
                  </a:lnTo>
                  <a:lnTo>
                    <a:pt x="527304" y="216395"/>
                  </a:lnTo>
                  <a:lnTo>
                    <a:pt x="535330" y="221805"/>
                  </a:lnTo>
                  <a:lnTo>
                    <a:pt x="545160" y="223799"/>
                  </a:lnTo>
                  <a:lnTo>
                    <a:pt x="554977" y="221805"/>
                  </a:lnTo>
                  <a:lnTo>
                    <a:pt x="563003" y="216395"/>
                  </a:lnTo>
                  <a:lnTo>
                    <a:pt x="568413" y="208381"/>
                  </a:lnTo>
                  <a:lnTo>
                    <a:pt x="570395" y="198551"/>
                  </a:lnTo>
                  <a:lnTo>
                    <a:pt x="570395" y="191858"/>
                  </a:lnTo>
                  <a:close/>
                </a:path>
                <a:path extrusionOk="0" h="1601470" w="744220">
                  <a:moveTo>
                    <a:pt x="570395" y="18554"/>
                  </a:moveTo>
                  <a:lnTo>
                    <a:pt x="567740" y="12128"/>
                  </a:lnTo>
                  <a:lnTo>
                    <a:pt x="558266" y="2667"/>
                  </a:lnTo>
                  <a:lnTo>
                    <a:pt x="551853" y="0"/>
                  </a:lnTo>
                  <a:lnTo>
                    <a:pt x="545160" y="0"/>
                  </a:lnTo>
                  <a:lnTo>
                    <a:pt x="535330" y="1981"/>
                  </a:lnTo>
                  <a:lnTo>
                    <a:pt x="527304" y="7391"/>
                  </a:lnTo>
                  <a:lnTo>
                    <a:pt x="521893" y="15417"/>
                  </a:lnTo>
                  <a:lnTo>
                    <a:pt x="519912" y="25247"/>
                  </a:lnTo>
                  <a:lnTo>
                    <a:pt x="521893" y="35077"/>
                  </a:lnTo>
                  <a:lnTo>
                    <a:pt x="527304" y="43091"/>
                  </a:lnTo>
                  <a:lnTo>
                    <a:pt x="535330" y="48501"/>
                  </a:lnTo>
                  <a:lnTo>
                    <a:pt x="545160" y="50495"/>
                  </a:lnTo>
                  <a:lnTo>
                    <a:pt x="554977" y="48501"/>
                  </a:lnTo>
                  <a:lnTo>
                    <a:pt x="563003" y="43091"/>
                  </a:lnTo>
                  <a:lnTo>
                    <a:pt x="568413" y="35077"/>
                  </a:lnTo>
                  <a:lnTo>
                    <a:pt x="570395" y="25247"/>
                  </a:lnTo>
                  <a:lnTo>
                    <a:pt x="570395" y="18554"/>
                  </a:lnTo>
                  <a:close/>
                </a:path>
                <a:path extrusionOk="0" h="1601470" w="744220">
                  <a:moveTo>
                    <a:pt x="743699" y="1569504"/>
                  </a:moveTo>
                  <a:lnTo>
                    <a:pt x="741045" y="1563090"/>
                  </a:lnTo>
                  <a:lnTo>
                    <a:pt x="731570" y="1553616"/>
                  </a:lnTo>
                  <a:lnTo>
                    <a:pt x="725157" y="1550962"/>
                  </a:lnTo>
                  <a:lnTo>
                    <a:pt x="718464" y="1550962"/>
                  </a:lnTo>
                  <a:lnTo>
                    <a:pt x="708634" y="1552943"/>
                  </a:lnTo>
                  <a:lnTo>
                    <a:pt x="700608" y="1558353"/>
                  </a:lnTo>
                  <a:lnTo>
                    <a:pt x="695198" y="1566379"/>
                  </a:lnTo>
                  <a:lnTo>
                    <a:pt x="693216" y="1576197"/>
                  </a:lnTo>
                  <a:lnTo>
                    <a:pt x="695198" y="1586026"/>
                  </a:lnTo>
                  <a:lnTo>
                    <a:pt x="700608" y="1594053"/>
                  </a:lnTo>
                  <a:lnTo>
                    <a:pt x="708634" y="1599463"/>
                  </a:lnTo>
                  <a:lnTo>
                    <a:pt x="718464" y="1601444"/>
                  </a:lnTo>
                  <a:lnTo>
                    <a:pt x="728281" y="1599463"/>
                  </a:lnTo>
                  <a:lnTo>
                    <a:pt x="736307" y="1594053"/>
                  </a:lnTo>
                  <a:lnTo>
                    <a:pt x="741718" y="1586026"/>
                  </a:lnTo>
                  <a:lnTo>
                    <a:pt x="743699" y="1576197"/>
                  </a:lnTo>
                  <a:lnTo>
                    <a:pt x="743699" y="1569504"/>
                  </a:lnTo>
                  <a:close/>
                </a:path>
                <a:path extrusionOk="0" h="1601470" w="744220">
                  <a:moveTo>
                    <a:pt x="743699" y="1396199"/>
                  </a:moveTo>
                  <a:lnTo>
                    <a:pt x="741045" y="1389786"/>
                  </a:lnTo>
                  <a:lnTo>
                    <a:pt x="731570" y="1380312"/>
                  </a:lnTo>
                  <a:lnTo>
                    <a:pt x="725157" y="1377657"/>
                  </a:lnTo>
                  <a:lnTo>
                    <a:pt x="718464" y="1377657"/>
                  </a:lnTo>
                  <a:lnTo>
                    <a:pt x="708634" y="1379639"/>
                  </a:lnTo>
                  <a:lnTo>
                    <a:pt x="700608" y="1385049"/>
                  </a:lnTo>
                  <a:lnTo>
                    <a:pt x="695198" y="1393075"/>
                  </a:lnTo>
                  <a:lnTo>
                    <a:pt x="693216" y="1402892"/>
                  </a:lnTo>
                  <a:lnTo>
                    <a:pt x="695198" y="1412722"/>
                  </a:lnTo>
                  <a:lnTo>
                    <a:pt x="700608" y="1420749"/>
                  </a:lnTo>
                  <a:lnTo>
                    <a:pt x="708634" y="1426159"/>
                  </a:lnTo>
                  <a:lnTo>
                    <a:pt x="718464" y="1428140"/>
                  </a:lnTo>
                  <a:lnTo>
                    <a:pt x="728281" y="1426159"/>
                  </a:lnTo>
                  <a:lnTo>
                    <a:pt x="736307" y="1420749"/>
                  </a:lnTo>
                  <a:lnTo>
                    <a:pt x="741718" y="1412722"/>
                  </a:lnTo>
                  <a:lnTo>
                    <a:pt x="743699" y="1402892"/>
                  </a:lnTo>
                  <a:lnTo>
                    <a:pt x="743699" y="1396199"/>
                  </a:lnTo>
                  <a:close/>
                </a:path>
                <a:path extrusionOk="0" h="1601470" w="744220">
                  <a:moveTo>
                    <a:pt x="743699" y="1222895"/>
                  </a:moveTo>
                  <a:lnTo>
                    <a:pt x="741045" y="1216482"/>
                  </a:lnTo>
                  <a:lnTo>
                    <a:pt x="731570" y="1207008"/>
                  </a:lnTo>
                  <a:lnTo>
                    <a:pt x="725157" y="1204353"/>
                  </a:lnTo>
                  <a:lnTo>
                    <a:pt x="718464" y="1204353"/>
                  </a:lnTo>
                  <a:lnTo>
                    <a:pt x="708634" y="1206334"/>
                  </a:lnTo>
                  <a:lnTo>
                    <a:pt x="700608" y="1211745"/>
                  </a:lnTo>
                  <a:lnTo>
                    <a:pt x="695198" y="1219771"/>
                  </a:lnTo>
                  <a:lnTo>
                    <a:pt x="693216" y="1229588"/>
                  </a:lnTo>
                  <a:lnTo>
                    <a:pt x="695198" y="1239418"/>
                  </a:lnTo>
                  <a:lnTo>
                    <a:pt x="700608" y="1247444"/>
                  </a:lnTo>
                  <a:lnTo>
                    <a:pt x="708634" y="1252855"/>
                  </a:lnTo>
                  <a:lnTo>
                    <a:pt x="718464" y="1254836"/>
                  </a:lnTo>
                  <a:lnTo>
                    <a:pt x="728281" y="1252855"/>
                  </a:lnTo>
                  <a:lnTo>
                    <a:pt x="736307" y="1247444"/>
                  </a:lnTo>
                  <a:lnTo>
                    <a:pt x="741718" y="1239418"/>
                  </a:lnTo>
                  <a:lnTo>
                    <a:pt x="743699" y="1229588"/>
                  </a:lnTo>
                  <a:lnTo>
                    <a:pt x="743699" y="1222895"/>
                  </a:lnTo>
                  <a:close/>
                </a:path>
                <a:path extrusionOk="0" h="1601470" w="744220">
                  <a:moveTo>
                    <a:pt x="743699" y="1049591"/>
                  </a:moveTo>
                  <a:lnTo>
                    <a:pt x="741045" y="1043178"/>
                  </a:lnTo>
                  <a:lnTo>
                    <a:pt x="731570" y="1033703"/>
                  </a:lnTo>
                  <a:lnTo>
                    <a:pt x="725157" y="1031049"/>
                  </a:lnTo>
                  <a:lnTo>
                    <a:pt x="718464" y="1031049"/>
                  </a:lnTo>
                  <a:lnTo>
                    <a:pt x="708634" y="1033030"/>
                  </a:lnTo>
                  <a:lnTo>
                    <a:pt x="700608" y="1038440"/>
                  </a:lnTo>
                  <a:lnTo>
                    <a:pt x="695198" y="1046467"/>
                  </a:lnTo>
                  <a:lnTo>
                    <a:pt x="693216" y="1056284"/>
                  </a:lnTo>
                  <a:lnTo>
                    <a:pt x="695198" y="1066114"/>
                  </a:lnTo>
                  <a:lnTo>
                    <a:pt x="700608" y="1074140"/>
                  </a:lnTo>
                  <a:lnTo>
                    <a:pt x="708634" y="1079550"/>
                  </a:lnTo>
                  <a:lnTo>
                    <a:pt x="718464" y="1081532"/>
                  </a:lnTo>
                  <a:lnTo>
                    <a:pt x="728281" y="1079550"/>
                  </a:lnTo>
                  <a:lnTo>
                    <a:pt x="736307" y="1074140"/>
                  </a:lnTo>
                  <a:lnTo>
                    <a:pt x="741718" y="1066114"/>
                  </a:lnTo>
                  <a:lnTo>
                    <a:pt x="743699" y="1056284"/>
                  </a:lnTo>
                  <a:lnTo>
                    <a:pt x="743699" y="1049591"/>
                  </a:lnTo>
                  <a:close/>
                </a:path>
                <a:path extrusionOk="0" h="1601470" w="744220">
                  <a:moveTo>
                    <a:pt x="743699" y="876287"/>
                  </a:moveTo>
                  <a:lnTo>
                    <a:pt x="741045" y="869873"/>
                  </a:lnTo>
                  <a:lnTo>
                    <a:pt x="731570" y="860399"/>
                  </a:lnTo>
                  <a:lnTo>
                    <a:pt x="725157" y="857745"/>
                  </a:lnTo>
                  <a:lnTo>
                    <a:pt x="718464" y="857745"/>
                  </a:lnTo>
                  <a:lnTo>
                    <a:pt x="708634" y="859726"/>
                  </a:lnTo>
                  <a:lnTo>
                    <a:pt x="700608" y="865136"/>
                  </a:lnTo>
                  <a:lnTo>
                    <a:pt x="695198" y="873163"/>
                  </a:lnTo>
                  <a:lnTo>
                    <a:pt x="693216" y="882992"/>
                  </a:lnTo>
                  <a:lnTo>
                    <a:pt x="695198" y="892810"/>
                  </a:lnTo>
                  <a:lnTo>
                    <a:pt x="700608" y="900836"/>
                  </a:lnTo>
                  <a:lnTo>
                    <a:pt x="708634" y="906246"/>
                  </a:lnTo>
                  <a:lnTo>
                    <a:pt x="718464" y="908227"/>
                  </a:lnTo>
                  <a:lnTo>
                    <a:pt x="728281" y="906246"/>
                  </a:lnTo>
                  <a:lnTo>
                    <a:pt x="736307" y="900836"/>
                  </a:lnTo>
                  <a:lnTo>
                    <a:pt x="741718" y="892810"/>
                  </a:lnTo>
                  <a:lnTo>
                    <a:pt x="743699" y="882992"/>
                  </a:lnTo>
                  <a:lnTo>
                    <a:pt x="743699" y="876287"/>
                  </a:lnTo>
                  <a:close/>
                </a:path>
                <a:path extrusionOk="0" h="1601470" w="744220">
                  <a:moveTo>
                    <a:pt x="743699" y="716813"/>
                  </a:moveTo>
                  <a:lnTo>
                    <a:pt x="741045" y="710399"/>
                  </a:lnTo>
                  <a:lnTo>
                    <a:pt x="731570" y="700925"/>
                  </a:lnTo>
                  <a:lnTo>
                    <a:pt x="725157" y="698271"/>
                  </a:lnTo>
                  <a:lnTo>
                    <a:pt x="718464" y="698271"/>
                  </a:lnTo>
                  <a:lnTo>
                    <a:pt x="708634" y="700252"/>
                  </a:lnTo>
                  <a:lnTo>
                    <a:pt x="700608" y="705662"/>
                  </a:lnTo>
                  <a:lnTo>
                    <a:pt x="695198" y="713689"/>
                  </a:lnTo>
                  <a:lnTo>
                    <a:pt x="693216" y="723506"/>
                  </a:lnTo>
                  <a:lnTo>
                    <a:pt x="695198" y="733336"/>
                  </a:lnTo>
                  <a:lnTo>
                    <a:pt x="700608" y="741362"/>
                  </a:lnTo>
                  <a:lnTo>
                    <a:pt x="708634" y="746772"/>
                  </a:lnTo>
                  <a:lnTo>
                    <a:pt x="718464" y="748753"/>
                  </a:lnTo>
                  <a:lnTo>
                    <a:pt x="728281" y="746772"/>
                  </a:lnTo>
                  <a:lnTo>
                    <a:pt x="736307" y="741362"/>
                  </a:lnTo>
                  <a:lnTo>
                    <a:pt x="741718" y="733336"/>
                  </a:lnTo>
                  <a:lnTo>
                    <a:pt x="743699" y="723506"/>
                  </a:lnTo>
                  <a:lnTo>
                    <a:pt x="743699" y="716813"/>
                  </a:lnTo>
                  <a:close/>
                </a:path>
                <a:path extrusionOk="0" h="1601470" w="744220">
                  <a:moveTo>
                    <a:pt x="743699" y="543509"/>
                  </a:moveTo>
                  <a:lnTo>
                    <a:pt x="741045" y="537095"/>
                  </a:lnTo>
                  <a:lnTo>
                    <a:pt x="731570" y="527621"/>
                  </a:lnTo>
                  <a:lnTo>
                    <a:pt x="725157" y="524967"/>
                  </a:lnTo>
                  <a:lnTo>
                    <a:pt x="718464" y="524967"/>
                  </a:lnTo>
                  <a:lnTo>
                    <a:pt x="708634" y="526948"/>
                  </a:lnTo>
                  <a:lnTo>
                    <a:pt x="700608" y="532358"/>
                  </a:lnTo>
                  <a:lnTo>
                    <a:pt x="695198" y="540385"/>
                  </a:lnTo>
                  <a:lnTo>
                    <a:pt x="693216" y="550202"/>
                  </a:lnTo>
                  <a:lnTo>
                    <a:pt x="695198" y="560031"/>
                  </a:lnTo>
                  <a:lnTo>
                    <a:pt x="700608" y="568058"/>
                  </a:lnTo>
                  <a:lnTo>
                    <a:pt x="708634" y="573468"/>
                  </a:lnTo>
                  <a:lnTo>
                    <a:pt x="718464" y="575449"/>
                  </a:lnTo>
                  <a:lnTo>
                    <a:pt x="728281" y="573468"/>
                  </a:lnTo>
                  <a:lnTo>
                    <a:pt x="736307" y="568058"/>
                  </a:lnTo>
                  <a:lnTo>
                    <a:pt x="741718" y="560031"/>
                  </a:lnTo>
                  <a:lnTo>
                    <a:pt x="743699" y="550202"/>
                  </a:lnTo>
                  <a:lnTo>
                    <a:pt x="743699" y="543509"/>
                  </a:lnTo>
                  <a:close/>
                </a:path>
                <a:path extrusionOk="0" h="1601470" w="744220">
                  <a:moveTo>
                    <a:pt x="743699" y="370205"/>
                  </a:moveTo>
                  <a:lnTo>
                    <a:pt x="741045" y="363791"/>
                  </a:lnTo>
                  <a:lnTo>
                    <a:pt x="731570" y="354317"/>
                  </a:lnTo>
                  <a:lnTo>
                    <a:pt x="725157" y="351663"/>
                  </a:lnTo>
                  <a:lnTo>
                    <a:pt x="718464" y="351663"/>
                  </a:lnTo>
                  <a:lnTo>
                    <a:pt x="708634" y="353644"/>
                  </a:lnTo>
                  <a:lnTo>
                    <a:pt x="700608" y="359054"/>
                  </a:lnTo>
                  <a:lnTo>
                    <a:pt x="695198" y="367080"/>
                  </a:lnTo>
                  <a:lnTo>
                    <a:pt x="693216" y="376910"/>
                  </a:lnTo>
                  <a:lnTo>
                    <a:pt x="695198" y="386727"/>
                  </a:lnTo>
                  <a:lnTo>
                    <a:pt x="700608" y="394754"/>
                  </a:lnTo>
                  <a:lnTo>
                    <a:pt x="708634" y="400164"/>
                  </a:lnTo>
                  <a:lnTo>
                    <a:pt x="718464" y="402145"/>
                  </a:lnTo>
                  <a:lnTo>
                    <a:pt x="728281" y="400164"/>
                  </a:lnTo>
                  <a:lnTo>
                    <a:pt x="736307" y="394754"/>
                  </a:lnTo>
                  <a:lnTo>
                    <a:pt x="741718" y="386727"/>
                  </a:lnTo>
                  <a:lnTo>
                    <a:pt x="743699" y="376910"/>
                  </a:lnTo>
                  <a:lnTo>
                    <a:pt x="743699" y="370205"/>
                  </a:lnTo>
                  <a:close/>
                </a:path>
                <a:path extrusionOk="0" h="1601470" w="744220">
                  <a:moveTo>
                    <a:pt x="743699" y="196900"/>
                  </a:moveTo>
                  <a:lnTo>
                    <a:pt x="741045" y="190487"/>
                  </a:lnTo>
                  <a:lnTo>
                    <a:pt x="731570" y="181013"/>
                  </a:lnTo>
                  <a:lnTo>
                    <a:pt x="725157" y="178358"/>
                  </a:lnTo>
                  <a:lnTo>
                    <a:pt x="718464" y="178358"/>
                  </a:lnTo>
                  <a:lnTo>
                    <a:pt x="708634" y="180340"/>
                  </a:lnTo>
                  <a:lnTo>
                    <a:pt x="700608" y="185750"/>
                  </a:lnTo>
                  <a:lnTo>
                    <a:pt x="695198" y="193776"/>
                  </a:lnTo>
                  <a:lnTo>
                    <a:pt x="693216" y="203606"/>
                  </a:lnTo>
                  <a:lnTo>
                    <a:pt x="695198" y="213423"/>
                  </a:lnTo>
                  <a:lnTo>
                    <a:pt x="700608" y="221449"/>
                  </a:lnTo>
                  <a:lnTo>
                    <a:pt x="708634" y="226860"/>
                  </a:lnTo>
                  <a:lnTo>
                    <a:pt x="718464" y="228841"/>
                  </a:lnTo>
                  <a:lnTo>
                    <a:pt x="728281" y="226860"/>
                  </a:lnTo>
                  <a:lnTo>
                    <a:pt x="736307" y="221449"/>
                  </a:lnTo>
                  <a:lnTo>
                    <a:pt x="741718" y="213423"/>
                  </a:lnTo>
                  <a:lnTo>
                    <a:pt x="743699" y="203606"/>
                  </a:lnTo>
                  <a:lnTo>
                    <a:pt x="743699" y="196900"/>
                  </a:lnTo>
                  <a:close/>
                </a:path>
                <a:path extrusionOk="0" h="1601470" w="744220">
                  <a:moveTo>
                    <a:pt x="743699" y="23596"/>
                  </a:moveTo>
                  <a:lnTo>
                    <a:pt x="741045" y="17183"/>
                  </a:lnTo>
                  <a:lnTo>
                    <a:pt x="731570" y="7708"/>
                  </a:lnTo>
                  <a:lnTo>
                    <a:pt x="725157" y="5054"/>
                  </a:lnTo>
                  <a:lnTo>
                    <a:pt x="718464" y="5054"/>
                  </a:lnTo>
                  <a:lnTo>
                    <a:pt x="708634" y="7035"/>
                  </a:lnTo>
                  <a:lnTo>
                    <a:pt x="700608" y="12446"/>
                  </a:lnTo>
                  <a:lnTo>
                    <a:pt x="695198" y="20472"/>
                  </a:lnTo>
                  <a:lnTo>
                    <a:pt x="693216" y="30302"/>
                  </a:lnTo>
                  <a:lnTo>
                    <a:pt x="695198" y="40119"/>
                  </a:lnTo>
                  <a:lnTo>
                    <a:pt x="700608" y="48145"/>
                  </a:lnTo>
                  <a:lnTo>
                    <a:pt x="708634" y="53555"/>
                  </a:lnTo>
                  <a:lnTo>
                    <a:pt x="718464" y="55537"/>
                  </a:lnTo>
                  <a:lnTo>
                    <a:pt x="728281" y="53555"/>
                  </a:lnTo>
                  <a:lnTo>
                    <a:pt x="736307" y="48145"/>
                  </a:lnTo>
                  <a:lnTo>
                    <a:pt x="741718" y="40119"/>
                  </a:lnTo>
                  <a:lnTo>
                    <a:pt x="743699" y="30302"/>
                  </a:lnTo>
                  <a:lnTo>
                    <a:pt x="743699" y="23596"/>
                  </a:lnTo>
                  <a:close/>
                </a:path>
              </a:pathLst>
            </a:custGeom>
            <a:solidFill>
              <a:srgbClr val="E6F4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2" name="Google Shape;202;p12"/>
            <p:cNvPicPr preferRelativeResize="0"/>
            <p:nvPr/>
          </p:nvPicPr>
          <p:blipFill rotWithShape="1">
            <a:blip r:embed="rId5">
              <a:alphaModFix/>
            </a:blip>
            <a:srcRect b="0" l="0" r="0" t="0"/>
            <a:stretch/>
          </p:blipFill>
          <p:spPr>
            <a:xfrm>
              <a:off x="327675" y="4257512"/>
              <a:ext cx="1080876" cy="314498"/>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