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9144000" cy="5143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10" roundtripDataSignature="AMtx7mhEhrWRZw8iGR8AqNygjXTxgfvD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0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 txBox="1"/>
          <p:nvPr>
            <p:ph idx="1" type="body"/>
          </p:nvPr>
        </p:nvSpPr>
        <p:spPr>
          <a:xfrm>
            <a:off x="1036320" y="2687378"/>
            <a:ext cx="8289900" cy="25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1:notes"/>
          <p:cNvSpPr/>
          <p:nvPr>
            <p:ph idx="2" type="sldImg"/>
          </p:nvPr>
        </p:nvSpPr>
        <p:spPr>
          <a:xfrm>
            <a:off x="711360" y="429908"/>
            <a:ext cx="8939700" cy="212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e4101d08ad_0_0:notes"/>
          <p:cNvSpPr/>
          <p:nvPr>
            <p:ph idx="2" type="sldImg"/>
          </p:nvPr>
        </p:nvSpPr>
        <p:spPr>
          <a:xfrm>
            <a:off x="508400" y="385763"/>
            <a:ext cx="81279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2e4101d08ad_0_0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p1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2e4101d08ad_0_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g2e4101d08ad_0_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2e4101d08ad_0_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6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6"/>
          <p:cNvSpPr txBox="1"/>
          <p:nvPr>
            <p:ph idx="1" type="subTitle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8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8"/>
          <p:cNvSpPr txBox="1"/>
          <p:nvPr>
            <p:ph idx="1" type="body"/>
          </p:nvPr>
        </p:nvSpPr>
        <p:spPr>
          <a:xfrm>
            <a:off x="31176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8"/>
          <p:cNvSpPr txBox="1"/>
          <p:nvPr>
            <p:ph idx="2" type="body"/>
          </p:nvPr>
        </p:nvSpPr>
        <p:spPr>
          <a:xfrm>
            <a:off x="467784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9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0"/>
          <p:cNvSpPr txBox="1"/>
          <p:nvPr>
            <p:ph idx="1" type="subTitle"/>
          </p:nvPr>
        </p:nvSpPr>
        <p:spPr>
          <a:xfrm>
            <a:off x="311760" y="444960"/>
            <a:ext cx="8520000" cy="26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1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1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1"/>
          <p:cNvSpPr txBox="1"/>
          <p:nvPr>
            <p:ph idx="2" type="body"/>
          </p:nvPr>
        </p:nvSpPr>
        <p:spPr>
          <a:xfrm>
            <a:off x="467784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1"/>
          <p:cNvSpPr txBox="1"/>
          <p:nvPr>
            <p:ph idx="3" type="body"/>
          </p:nvPr>
        </p:nvSpPr>
        <p:spPr>
          <a:xfrm>
            <a:off x="31176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2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2"/>
          <p:cNvSpPr txBox="1"/>
          <p:nvPr>
            <p:ph idx="1" type="body"/>
          </p:nvPr>
        </p:nvSpPr>
        <p:spPr>
          <a:xfrm>
            <a:off x="31176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2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2"/>
          <p:cNvSpPr txBox="1"/>
          <p:nvPr>
            <p:ph idx="3" type="body"/>
          </p:nvPr>
        </p:nvSpPr>
        <p:spPr>
          <a:xfrm>
            <a:off x="467784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3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3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3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3"/>
          <p:cNvSpPr txBox="1"/>
          <p:nvPr>
            <p:ph idx="3" type="body"/>
          </p:nvPr>
        </p:nvSpPr>
        <p:spPr>
          <a:xfrm>
            <a:off x="311760" y="293688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4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4"/>
          <p:cNvSpPr txBox="1"/>
          <p:nvPr>
            <p:ph idx="1" type="body"/>
          </p:nvPr>
        </p:nvSpPr>
        <p:spPr>
          <a:xfrm>
            <a:off x="311760" y="115236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4"/>
          <p:cNvSpPr txBox="1"/>
          <p:nvPr>
            <p:ph idx="2" type="body"/>
          </p:nvPr>
        </p:nvSpPr>
        <p:spPr>
          <a:xfrm>
            <a:off x="311760" y="293688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5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5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5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5"/>
          <p:cNvSpPr txBox="1"/>
          <p:nvPr>
            <p:ph idx="3" type="body"/>
          </p:nvPr>
        </p:nvSpPr>
        <p:spPr>
          <a:xfrm>
            <a:off x="31176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5"/>
          <p:cNvSpPr txBox="1"/>
          <p:nvPr>
            <p:ph idx="4" type="body"/>
          </p:nvPr>
        </p:nvSpPr>
        <p:spPr>
          <a:xfrm>
            <a:off x="467784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6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6"/>
          <p:cNvSpPr txBox="1"/>
          <p:nvPr>
            <p:ph idx="1" type="body"/>
          </p:nvPr>
        </p:nvSpPr>
        <p:spPr>
          <a:xfrm>
            <a:off x="31176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6"/>
          <p:cNvSpPr txBox="1"/>
          <p:nvPr>
            <p:ph idx="2" type="body"/>
          </p:nvPr>
        </p:nvSpPr>
        <p:spPr>
          <a:xfrm>
            <a:off x="319248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6"/>
          <p:cNvSpPr txBox="1"/>
          <p:nvPr>
            <p:ph idx="3" type="body"/>
          </p:nvPr>
        </p:nvSpPr>
        <p:spPr>
          <a:xfrm>
            <a:off x="607320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6"/>
          <p:cNvSpPr txBox="1"/>
          <p:nvPr>
            <p:ph idx="4" type="body"/>
          </p:nvPr>
        </p:nvSpPr>
        <p:spPr>
          <a:xfrm>
            <a:off x="31176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6"/>
          <p:cNvSpPr txBox="1"/>
          <p:nvPr>
            <p:ph idx="5" type="body"/>
          </p:nvPr>
        </p:nvSpPr>
        <p:spPr>
          <a:xfrm>
            <a:off x="319248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6"/>
          <p:cNvSpPr txBox="1"/>
          <p:nvPr>
            <p:ph idx="6" type="body"/>
          </p:nvPr>
        </p:nvSpPr>
        <p:spPr>
          <a:xfrm>
            <a:off x="607320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bg>
      <p:bgPr>
        <a:solidFill>
          <a:schemeClr val="lt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/>
        </p:nvSpPr>
        <p:spPr>
          <a:xfrm>
            <a:off x="342620" y="372656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263228" y="3703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183835" y="3703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104442" y="370342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25049" y="3703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342620" y="452049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263228" y="4497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183835" y="4497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104442" y="449735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25049" y="4497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342620" y="5314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263228" y="529128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183835" y="529128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104442" y="529128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25049" y="529128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342620" y="6108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263228" y="608521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183835" y="608521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104442" y="608521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25049" y="608521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342620" y="690227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263228" y="687913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183835" y="687913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104442" y="687913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25049" y="687913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6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" type="body"/>
          </p:nvPr>
        </p:nvSpPr>
        <p:spPr>
          <a:xfrm>
            <a:off x="271660" y="1527519"/>
            <a:ext cx="4871720" cy="3516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0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0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1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2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2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2" type="sldNum"/>
          </p:nvPr>
        </p:nvSpPr>
        <p:spPr>
          <a:xfrm>
            <a:off x="8472600" y="4663080"/>
            <a:ext cx="5484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271660" y="1527519"/>
            <a:ext cx="4871720" cy="3516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apui5.hana.ondemand.com/sdk/#/topic/96804e3315ff440aa0a50fd290805116.html" TargetMode="External"/><Relationship Id="rId4" Type="http://schemas.openxmlformats.org/officeDocument/2006/relationships/hyperlink" Target="https://services.odata.org/Northwind/Northwind.svc/" TargetMode="External"/><Relationship Id="rId5" Type="http://schemas.openxmlformats.org/officeDocument/2006/relationships/hyperlink" Target="https://sapui5.netweaver.ondemand.com/sdk/#/entity/sap.m.Table" TargetMode="External"/><Relationship Id="rId6" Type="http://schemas.openxmlformats.org/officeDocument/2006/relationships/hyperlink" Target="https://sapui5.netweaver.ondemand.com/sdk/#/api/sap.m.Table" TargetMode="External"/><Relationship Id="rId7" Type="http://schemas.openxmlformats.org/officeDocument/2006/relationships/image" Target="../media/image3.png"/><Relationship Id="rId8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"/>
          <p:cNvPicPr preferRelativeResize="0"/>
          <p:nvPr/>
        </p:nvPicPr>
        <p:blipFill rotWithShape="1">
          <a:blip r:embed="rId3">
            <a:alphaModFix/>
          </a:blip>
          <a:srcRect b="7765" l="17193" r="22021" t="5179"/>
          <a:stretch/>
        </p:blipFill>
        <p:spPr>
          <a:xfrm>
            <a:off x="-6840" y="0"/>
            <a:ext cx="91436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"/>
          <p:cNvSpPr/>
          <p:nvPr/>
        </p:nvSpPr>
        <p:spPr>
          <a:xfrm>
            <a:off x="889560" y="1602720"/>
            <a:ext cx="7353000" cy="1918500"/>
          </a:xfrm>
          <a:prstGeom prst="rect">
            <a:avLst/>
          </a:prstGeom>
          <a:noFill/>
          <a:ln>
            <a:noFill/>
          </a:ln>
          <a:effectLst>
            <a:outerShdw dir="4541983" dist="18947">
              <a:srgbClr val="000000">
                <a:alpha val="29803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</a:rPr>
              <a:t>Routing and Navigation</a:t>
            </a:r>
            <a:endParaRPr b="1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7000" y="1155625"/>
            <a:ext cx="1272242" cy="370080"/>
          </a:xfrm>
          <a:prstGeom prst="rect">
            <a:avLst/>
          </a:prstGeom>
          <a:noFill/>
          <a:ln>
            <a:noFill/>
          </a:ln>
          <a:effectLst>
            <a:outerShdw dir="4541983" dist="18947">
              <a:srgbClr val="000000">
                <a:alpha val="29803"/>
              </a:srgbClr>
            </a:outerShdw>
          </a:effectLst>
        </p:spPr>
      </p:pic>
      <p:sp>
        <p:nvSpPr>
          <p:cNvPr id="127" name="Google Shape;127;p1"/>
          <p:cNvSpPr/>
          <p:nvPr/>
        </p:nvSpPr>
        <p:spPr>
          <a:xfrm flipH="1" rot="5400000">
            <a:off x="2455320" y="3864720"/>
            <a:ext cx="186000" cy="1557600"/>
          </a:xfrm>
          <a:prstGeom prst="roundRect">
            <a:avLst>
              <a:gd fmla="val 50000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"/>
          <p:cNvSpPr/>
          <p:nvPr/>
        </p:nvSpPr>
        <p:spPr>
          <a:xfrm flipH="1" rot="5400000">
            <a:off x="646140" y="4218420"/>
            <a:ext cx="174300" cy="3057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0938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"/>
          <p:cNvSpPr/>
          <p:nvPr/>
        </p:nvSpPr>
        <p:spPr>
          <a:xfrm flipH="1" rot="5400000">
            <a:off x="1659210" y="3815610"/>
            <a:ext cx="174300" cy="880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0938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"/>
          <p:cNvSpPr/>
          <p:nvPr/>
        </p:nvSpPr>
        <p:spPr>
          <a:xfrm flipH="1" rot="5400000">
            <a:off x="881970" y="3472530"/>
            <a:ext cx="174300" cy="880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0938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1772280" y="4550040"/>
            <a:ext cx="186000" cy="186000"/>
          </a:xfrm>
          <a:prstGeom prst="ellipse">
            <a:avLst/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7000" y="2210989"/>
            <a:ext cx="1272252" cy="127225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"/>
          <p:cNvSpPr/>
          <p:nvPr/>
        </p:nvSpPr>
        <p:spPr>
          <a:xfrm>
            <a:off x="7134901" y="4458424"/>
            <a:ext cx="2001900" cy="647400"/>
          </a:xfrm>
          <a:prstGeom prst="rect">
            <a:avLst/>
          </a:prstGeom>
          <a:noFill/>
          <a:ln>
            <a:noFill/>
          </a:ln>
          <a:effectLst>
            <a:outerShdw dir="4541983" dist="18947">
              <a:srgbClr val="000000">
                <a:alpha val="29803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Bootcamp Fiori 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Día 8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4101d08ad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</a:rPr>
              <a:t>Modelo Local y Binding con la vista</a:t>
            </a:r>
            <a:endParaRPr b="1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/>
          </a:p>
        </p:txBody>
      </p:sp>
      <p:sp>
        <p:nvSpPr>
          <p:cNvPr id="139" name="Google Shape;139;g2e4101d08ad_0_0"/>
          <p:cNvSpPr txBox="1"/>
          <p:nvPr>
            <p:ph idx="1" type="body"/>
          </p:nvPr>
        </p:nvSpPr>
        <p:spPr>
          <a:xfrm>
            <a:off x="311700" y="863550"/>
            <a:ext cx="85206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rebuchet MS"/>
              <a:buChar char="-"/>
            </a:pP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Creamos un modelo local(</a:t>
            </a:r>
            <a:r>
              <a:rPr lang="en-US" sz="1300" u="sng">
                <a:solidFill>
                  <a:srgbClr val="0097A7"/>
                </a:solidFill>
                <a:latin typeface="Trebuchet MS"/>
                <a:ea typeface="Trebuchet MS"/>
                <a:cs typeface="Trebuchet MS"/>
                <a:sym typeface="Trebuchet M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JSON Model</a:t>
            </a: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) con los Productos consultados del Odata </a:t>
            </a:r>
            <a:r>
              <a:rPr lang="en-US" sz="1300" u="sng">
                <a:solidFill>
                  <a:srgbClr val="0097A7"/>
                </a:solidFill>
                <a:latin typeface="Trebuchet MS"/>
                <a:ea typeface="Trebuchet MS"/>
                <a:cs typeface="Trebuchet MS"/>
                <a:sym typeface="Trebuchet M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Northwind</a:t>
            </a:r>
            <a:endParaRPr sz="15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en-US" sz="12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Agregamos en la vista Home un control </a:t>
            </a:r>
            <a:r>
              <a:rPr b="1" lang="en-US" sz="1250" u="sng">
                <a:solidFill>
                  <a:srgbClr val="1155CC"/>
                </a:solidFill>
                <a:latin typeface="Trebuchet MS"/>
                <a:ea typeface="Trebuchet MS"/>
                <a:cs typeface="Trebuchet MS"/>
                <a:sym typeface="Trebuchet M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tabla</a:t>
            </a:r>
            <a:r>
              <a:rPr b="1" lang="en-US" sz="12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1" lang="en-US" sz="1250" u="sng">
                <a:solidFill>
                  <a:srgbClr val="1155CC"/>
                </a:solidFill>
                <a:latin typeface="Trebuchet MS"/>
                <a:ea typeface="Trebuchet MS"/>
                <a:cs typeface="Trebuchet MS"/>
                <a:sym typeface="Trebuchet M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sap.m.table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rebuchet MS"/>
              <a:buChar char="-"/>
            </a:pP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Agregamos las columnas y configuración de los campos que queremos mostrar al usuario.</a:t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rebuchet MS"/>
              <a:buChar char="-"/>
            </a:pPr>
            <a:r>
              <a:rPr lang="en-US" sz="13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Ejecutamos la App y Realizamos Debug para ver el comportamiento en cada una de las funciones.</a:t>
            </a:r>
            <a:endParaRPr sz="15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0" name="Google Shape;140;g2e4101d08ad_0_0"/>
          <p:cNvSpPr/>
          <p:nvPr/>
        </p:nvSpPr>
        <p:spPr>
          <a:xfrm rot="6547604">
            <a:off x="991570" y="2036431"/>
            <a:ext cx="2255090" cy="6597625"/>
          </a:xfrm>
          <a:prstGeom prst="triangle">
            <a:avLst>
              <a:gd fmla="val 50000" name="adj"/>
            </a:avLst>
          </a:prstGeom>
          <a:solidFill>
            <a:srgbClr val="BFD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2e4101d08ad_0_0"/>
          <p:cNvSpPr/>
          <p:nvPr/>
        </p:nvSpPr>
        <p:spPr>
          <a:xfrm rot="6547604">
            <a:off x="7036920" y="-3425894"/>
            <a:ext cx="2255090" cy="6597625"/>
          </a:xfrm>
          <a:prstGeom prst="triangle">
            <a:avLst>
              <a:gd fmla="val 50000" name="adj"/>
            </a:avLst>
          </a:prstGeom>
          <a:solidFill>
            <a:srgbClr val="BFD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g2e4101d08ad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10" y="340650"/>
            <a:ext cx="236689" cy="2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2e4101d08ad_0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717197" y="2019100"/>
            <a:ext cx="5028049" cy="263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12"/>
          <p:cNvGrpSpPr/>
          <p:nvPr/>
        </p:nvGrpSpPr>
        <p:grpSpPr>
          <a:xfrm>
            <a:off x="0" y="0"/>
            <a:ext cx="9144379" cy="5143507"/>
            <a:chOff x="0" y="0"/>
            <a:chExt cx="9144379" cy="5143507"/>
          </a:xfrm>
        </p:grpSpPr>
        <p:pic>
          <p:nvPicPr>
            <p:cNvPr id="149" name="Google Shape;149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3999" cy="5143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p12"/>
            <p:cNvSpPr/>
            <p:nvPr/>
          </p:nvSpPr>
          <p:spPr>
            <a:xfrm>
              <a:off x="5919849" y="7"/>
              <a:ext cx="3224530" cy="5143500"/>
            </a:xfrm>
            <a:custGeom>
              <a:rect b="b" l="l" r="r" t="t"/>
              <a:pathLst>
                <a:path extrusionOk="0" h="5143500" w="3224529">
                  <a:moveTo>
                    <a:pt x="3224149" y="5143492"/>
                  </a:moveTo>
                  <a:lnTo>
                    <a:pt x="1171530" y="5143492"/>
                  </a:lnTo>
                  <a:lnTo>
                    <a:pt x="1156857" y="5132843"/>
                  </a:lnTo>
                  <a:lnTo>
                    <a:pt x="1120782" y="5105781"/>
                  </a:lnTo>
                  <a:lnTo>
                    <a:pt x="1085154" y="5078164"/>
                  </a:lnTo>
                  <a:lnTo>
                    <a:pt x="1049978" y="5049999"/>
                  </a:lnTo>
                  <a:lnTo>
                    <a:pt x="1015262" y="5021290"/>
                  </a:lnTo>
                  <a:lnTo>
                    <a:pt x="981011" y="4992046"/>
                  </a:lnTo>
                  <a:lnTo>
                    <a:pt x="947231" y="4962273"/>
                  </a:lnTo>
                  <a:lnTo>
                    <a:pt x="913930" y="4931976"/>
                  </a:lnTo>
                  <a:lnTo>
                    <a:pt x="881114" y="4901162"/>
                  </a:lnTo>
                  <a:lnTo>
                    <a:pt x="848789" y="4869838"/>
                  </a:lnTo>
                  <a:lnTo>
                    <a:pt x="816961" y="4838010"/>
                  </a:lnTo>
                  <a:lnTo>
                    <a:pt x="785637" y="4805685"/>
                  </a:lnTo>
                  <a:lnTo>
                    <a:pt x="754823" y="4772869"/>
                  </a:lnTo>
                  <a:lnTo>
                    <a:pt x="724526" y="4739568"/>
                  </a:lnTo>
                  <a:lnTo>
                    <a:pt x="694753" y="4705788"/>
                  </a:lnTo>
                  <a:lnTo>
                    <a:pt x="665509" y="4671537"/>
                  </a:lnTo>
                  <a:lnTo>
                    <a:pt x="636800" y="4636821"/>
                  </a:lnTo>
                  <a:lnTo>
                    <a:pt x="608635" y="4601645"/>
                  </a:lnTo>
                  <a:lnTo>
                    <a:pt x="581018" y="4566017"/>
                  </a:lnTo>
                  <a:lnTo>
                    <a:pt x="553956" y="4529942"/>
                  </a:lnTo>
                  <a:lnTo>
                    <a:pt x="527456" y="4493428"/>
                  </a:lnTo>
                  <a:lnTo>
                    <a:pt x="501524" y="4456481"/>
                  </a:lnTo>
                  <a:lnTo>
                    <a:pt x="476166" y="4419106"/>
                  </a:lnTo>
                  <a:lnTo>
                    <a:pt x="451389" y="4381311"/>
                  </a:lnTo>
                  <a:lnTo>
                    <a:pt x="427200" y="4343102"/>
                  </a:lnTo>
                  <a:lnTo>
                    <a:pt x="403604" y="4304486"/>
                  </a:lnTo>
                  <a:lnTo>
                    <a:pt x="380609" y="4265468"/>
                  </a:lnTo>
                  <a:lnTo>
                    <a:pt x="358220" y="4226055"/>
                  </a:lnTo>
                  <a:lnTo>
                    <a:pt x="336444" y="4186254"/>
                  </a:lnTo>
                  <a:lnTo>
                    <a:pt x="315287" y="4146070"/>
                  </a:lnTo>
                  <a:lnTo>
                    <a:pt x="294756" y="4105511"/>
                  </a:lnTo>
                  <a:lnTo>
                    <a:pt x="274857" y="4064583"/>
                  </a:lnTo>
                  <a:lnTo>
                    <a:pt x="255597" y="4023292"/>
                  </a:lnTo>
                  <a:lnTo>
                    <a:pt x="236982" y="3981645"/>
                  </a:lnTo>
                  <a:lnTo>
                    <a:pt x="219018" y="3939647"/>
                  </a:lnTo>
                  <a:lnTo>
                    <a:pt x="201713" y="3897306"/>
                  </a:lnTo>
                  <a:lnTo>
                    <a:pt x="185071" y="3854628"/>
                  </a:lnTo>
                  <a:lnTo>
                    <a:pt x="169100" y="3811620"/>
                  </a:lnTo>
                  <a:lnTo>
                    <a:pt x="153806" y="3768287"/>
                  </a:lnTo>
                  <a:lnTo>
                    <a:pt x="139196" y="3724636"/>
                  </a:lnTo>
                  <a:lnTo>
                    <a:pt x="125276" y="3680673"/>
                  </a:lnTo>
                  <a:lnTo>
                    <a:pt x="112052" y="3636406"/>
                  </a:lnTo>
                  <a:lnTo>
                    <a:pt x="99531" y="3591840"/>
                  </a:lnTo>
                  <a:lnTo>
                    <a:pt x="87719" y="3546981"/>
                  </a:lnTo>
                  <a:lnTo>
                    <a:pt x="76622" y="3501837"/>
                  </a:lnTo>
                  <a:lnTo>
                    <a:pt x="66248" y="3456414"/>
                  </a:lnTo>
                  <a:lnTo>
                    <a:pt x="56602" y="3410717"/>
                  </a:lnTo>
                  <a:lnTo>
                    <a:pt x="47690" y="3364754"/>
                  </a:lnTo>
                  <a:lnTo>
                    <a:pt x="39520" y="3318531"/>
                  </a:lnTo>
                  <a:lnTo>
                    <a:pt x="32098" y="3272053"/>
                  </a:lnTo>
                  <a:lnTo>
                    <a:pt x="25430" y="3225329"/>
                  </a:lnTo>
                  <a:lnTo>
                    <a:pt x="19522" y="3178364"/>
                  </a:lnTo>
                  <a:lnTo>
                    <a:pt x="14381" y="3131164"/>
                  </a:lnTo>
                  <a:lnTo>
                    <a:pt x="10013" y="3083736"/>
                  </a:lnTo>
                  <a:lnTo>
                    <a:pt x="6425" y="3036086"/>
                  </a:lnTo>
                  <a:lnTo>
                    <a:pt x="3624" y="2988222"/>
                  </a:lnTo>
                  <a:lnTo>
                    <a:pt x="1615" y="2940148"/>
                  </a:lnTo>
                  <a:lnTo>
                    <a:pt x="404" y="2891872"/>
                  </a:lnTo>
                  <a:lnTo>
                    <a:pt x="0" y="2843400"/>
                  </a:lnTo>
                  <a:lnTo>
                    <a:pt x="404" y="2794927"/>
                  </a:lnTo>
                  <a:lnTo>
                    <a:pt x="1615" y="2746651"/>
                  </a:lnTo>
                  <a:lnTo>
                    <a:pt x="3624" y="2698578"/>
                  </a:lnTo>
                  <a:lnTo>
                    <a:pt x="6425" y="2650713"/>
                  </a:lnTo>
                  <a:lnTo>
                    <a:pt x="10013" y="2603063"/>
                  </a:lnTo>
                  <a:lnTo>
                    <a:pt x="14381" y="2555635"/>
                  </a:lnTo>
                  <a:lnTo>
                    <a:pt x="19522" y="2508435"/>
                  </a:lnTo>
                  <a:lnTo>
                    <a:pt x="25430" y="2461470"/>
                  </a:lnTo>
                  <a:lnTo>
                    <a:pt x="32098" y="2414746"/>
                  </a:lnTo>
                  <a:lnTo>
                    <a:pt x="39520" y="2368269"/>
                  </a:lnTo>
                  <a:lnTo>
                    <a:pt x="47690" y="2322045"/>
                  </a:lnTo>
                  <a:lnTo>
                    <a:pt x="56602" y="2276082"/>
                  </a:lnTo>
                  <a:lnTo>
                    <a:pt x="66248" y="2230385"/>
                  </a:lnTo>
                  <a:lnTo>
                    <a:pt x="76622" y="2184962"/>
                  </a:lnTo>
                  <a:lnTo>
                    <a:pt x="87719" y="2139818"/>
                  </a:lnTo>
                  <a:lnTo>
                    <a:pt x="99531" y="2094959"/>
                  </a:lnTo>
                  <a:lnTo>
                    <a:pt x="112052" y="2050393"/>
                  </a:lnTo>
                  <a:lnTo>
                    <a:pt x="125276" y="2006126"/>
                  </a:lnTo>
                  <a:lnTo>
                    <a:pt x="139196" y="1962163"/>
                  </a:lnTo>
                  <a:lnTo>
                    <a:pt x="153806" y="1918512"/>
                  </a:lnTo>
                  <a:lnTo>
                    <a:pt x="169100" y="1875179"/>
                  </a:lnTo>
                  <a:lnTo>
                    <a:pt x="185071" y="1832171"/>
                  </a:lnTo>
                  <a:lnTo>
                    <a:pt x="201713" y="1789493"/>
                  </a:lnTo>
                  <a:lnTo>
                    <a:pt x="219018" y="1747152"/>
                  </a:lnTo>
                  <a:lnTo>
                    <a:pt x="236982" y="1705154"/>
                  </a:lnTo>
                  <a:lnTo>
                    <a:pt x="255597" y="1663507"/>
                  </a:lnTo>
                  <a:lnTo>
                    <a:pt x="274857" y="1622216"/>
                  </a:lnTo>
                  <a:lnTo>
                    <a:pt x="294756" y="1581288"/>
                  </a:lnTo>
                  <a:lnTo>
                    <a:pt x="315287" y="1540729"/>
                  </a:lnTo>
                  <a:lnTo>
                    <a:pt x="336444" y="1500545"/>
                  </a:lnTo>
                  <a:lnTo>
                    <a:pt x="358220" y="1460744"/>
                  </a:lnTo>
                  <a:lnTo>
                    <a:pt x="380609" y="1421331"/>
                  </a:lnTo>
                  <a:lnTo>
                    <a:pt x="403604" y="1382313"/>
                  </a:lnTo>
                  <a:lnTo>
                    <a:pt x="427200" y="1343697"/>
                  </a:lnTo>
                  <a:lnTo>
                    <a:pt x="451389" y="1305488"/>
                  </a:lnTo>
                  <a:lnTo>
                    <a:pt x="476166" y="1267693"/>
                  </a:lnTo>
                  <a:lnTo>
                    <a:pt x="501524" y="1230318"/>
                  </a:lnTo>
                  <a:lnTo>
                    <a:pt x="527456" y="1193371"/>
                  </a:lnTo>
                  <a:lnTo>
                    <a:pt x="553956" y="1156857"/>
                  </a:lnTo>
                  <a:lnTo>
                    <a:pt x="581018" y="1120782"/>
                  </a:lnTo>
                  <a:lnTo>
                    <a:pt x="608635" y="1085154"/>
                  </a:lnTo>
                  <a:lnTo>
                    <a:pt x="636800" y="1049978"/>
                  </a:lnTo>
                  <a:lnTo>
                    <a:pt x="665509" y="1015262"/>
                  </a:lnTo>
                  <a:lnTo>
                    <a:pt x="694753" y="981011"/>
                  </a:lnTo>
                  <a:lnTo>
                    <a:pt x="724526" y="947231"/>
                  </a:lnTo>
                  <a:lnTo>
                    <a:pt x="754823" y="913930"/>
                  </a:lnTo>
                  <a:lnTo>
                    <a:pt x="785637" y="881114"/>
                  </a:lnTo>
                  <a:lnTo>
                    <a:pt x="816961" y="848789"/>
                  </a:lnTo>
                  <a:lnTo>
                    <a:pt x="848789" y="816961"/>
                  </a:lnTo>
                  <a:lnTo>
                    <a:pt x="881114" y="785637"/>
                  </a:lnTo>
                  <a:lnTo>
                    <a:pt x="913930" y="754823"/>
                  </a:lnTo>
                  <a:lnTo>
                    <a:pt x="947231" y="724526"/>
                  </a:lnTo>
                  <a:lnTo>
                    <a:pt x="981011" y="694753"/>
                  </a:lnTo>
                  <a:lnTo>
                    <a:pt x="1015262" y="665509"/>
                  </a:lnTo>
                  <a:lnTo>
                    <a:pt x="1049978" y="636800"/>
                  </a:lnTo>
                  <a:lnTo>
                    <a:pt x="1085154" y="608635"/>
                  </a:lnTo>
                  <a:lnTo>
                    <a:pt x="1120782" y="581018"/>
                  </a:lnTo>
                  <a:lnTo>
                    <a:pt x="1156857" y="553956"/>
                  </a:lnTo>
                  <a:lnTo>
                    <a:pt x="1193371" y="527456"/>
                  </a:lnTo>
                  <a:lnTo>
                    <a:pt x="1230318" y="501524"/>
                  </a:lnTo>
                  <a:lnTo>
                    <a:pt x="1267693" y="476166"/>
                  </a:lnTo>
                  <a:lnTo>
                    <a:pt x="1305487" y="451390"/>
                  </a:lnTo>
                  <a:lnTo>
                    <a:pt x="1343696" y="427200"/>
                  </a:lnTo>
                  <a:lnTo>
                    <a:pt x="1382313" y="403604"/>
                  </a:lnTo>
                  <a:lnTo>
                    <a:pt x="1421331" y="380609"/>
                  </a:lnTo>
                  <a:lnTo>
                    <a:pt x="1460744" y="358220"/>
                  </a:lnTo>
                  <a:lnTo>
                    <a:pt x="1500545" y="336444"/>
                  </a:lnTo>
                  <a:lnTo>
                    <a:pt x="1540729" y="315287"/>
                  </a:lnTo>
                  <a:lnTo>
                    <a:pt x="1581288" y="294756"/>
                  </a:lnTo>
                  <a:lnTo>
                    <a:pt x="1622216" y="274857"/>
                  </a:lnTo>
                  <a:lnTo>
                    <a:pt x="1663507" y="255597"/>
                  </a:lnTo>
                  <a:lnTo>
                    <a:pt x="1705154" y="236982"/>
                  </a:lnTo>
                  <a:lnTo>
                    <a:pt x="1747152" y="219018"/>
                  </a:lnTo>
                  <a:lnTo>
                    <a:pt x="1789493" y="201713"/>
                  </a:lnTo>
                  <a:lnTo>
                    <a:pt x="1832171" y="185071"/>
                  </a:lnTo>
                  <a:lnTo>
                    <a:pt x="1875179" y="169100"/>
                  </a:lnTo>
                  <a:lnTo>
                    <a:pt x="1918512" y="153807"/>
                  </a:lnTo>
                  <a:lnTo>
                    <a:pt x="1962163" y="139196"/>
                  </a:lnTo>
                  <a:lnTo>
                    <a:pt x="2006126" y="125276"/>
                  </a:lnTo>
                  <a:lnTo>
                    <a:pt x="2050393" y="112052"/>
                  </a:lnTo>
                  <a:lnTo>
                    <a:pt x="2094959" y="99531"/>
                  </a:lnTo>
                  <a:lnTo>
                    <a:pt x="2139818" y="87719"/>
                  </a:lnTo>
                  <a:lnTo>
                    <a:pt x="2184962" y="76622"/>
                  </a:lnTo>
                  <a:lnTo>
                    <a:pt x="2230385" y="66248"/>
                  </a:lnTo>
                  <a:lnTo>
                    <a:pt x="2276082" y="56602"/>
                  </a:lnTo>
                  <a:lnTo>
                    <a:pt x="2322045" y="47690"/>
                  </a:lnTo>
                  <a:lnTo>
                    <a:pt x="2368268" y="39520"/>
                  </a:lnTo>
                  <a:lnTo>
                    <a:pt x="2414746" y="32098"/>
                  </a:lnTo>
                  <a:lnTo>
                    <a:pt x="2461470" y="25430"/>
                  </a:lnTo>
                  <a:lnTo>
                    <a:pt x="2508435" y="19522"/>
                  </a:lnTo>
                  <a:lnTo>
                    <a:pt x="2555635" y="14381"/>
                  </a:lnTo>
                  <a:lnTo>
                    <a:pt x="2603063" y="10013"/>
                  </a:lnTo>
                  <a:lnTo>
                    <a:pt x="2650713" y="6425"/>
                  </a:lnTo>
                  <a:lnTo>
                    <a:pt x="2698577" y="3624"/>
                  </a:lnTo>
                  <a:lnTo>
                    <a:pt x="2746651" y="1615"/>
                  </a:lnTo>
                  <a:lnTo>
                    <a:pt x="2794927" y="404"/>
                  </a:lnTo>
                  <a:lnTo>
                    <a:pt x="2843399" y="0"/>
                  </a:lnTo>
                  <a:lnTo>
                    <a:pt x="2893626" y="443"/>
                  </a:lnTo>
                  <a:lnTo>
                    <a:pt x="2943751" y="1769"/>
                  </a:lnTo>
                  <a:lnTo>
                    <a:pt x="2993764" y="3974"/>
                  </a:lnTo>
                  <a:lnTo>
                    <a:pt x="3043653" y="7054"/>
                  </a:lnTo>
                  <a:lnTo>
                    <a:pt x="3093409" y="11004"/>
                  </a:lnTo>
                  <a:lnTo>
                    <a:pt x="3143022" y="15820"/>
                  </a:lnTo>
                  <a:lnTo>
                    <a:pt x="3192479" y="21498"/>
                  </a:lnTo>
                  <a:lnTo>
                    <a:pt x="3224149" y="25697"/>
                  </a:lnTo>
                  <a:lnTo>
                    <a:pt x="3224149" y="5143492"/>
                  </a:lnTo>
                  <a:close/>
                </a:path>
              </a:pathLst>
            </a:custGeom>
            <a:solidFill>
              <a:srgbClr val="FFF159">
                <a:alpha val="42352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" name="Google Shape;151;p12"/>
          <p:cNvSpPr txBox="1"/>
          <p:nvPr>
            <p:ph type="title"/>
          </p:nvPr>
        </p:nvSpPr>
        <p:spPr>
          <a:xfrm>
            <a:off x="1339175" y="1736012"/>
            <a:ext cx="2778760" cy="1121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145" rtl="0" algn="l">
              <a:lnSpc>
                <a:spcPct val="1174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>
                <a:solidFill>
                  <a:srgbClr val="0084FF"/>
                </a:solidFill>
              </a:rPr>
              <a:t>MUCHAS</a:t>
            </a:r>
            <a:endParaRPr sz="2500"/>
          </a:p>
          <a:p>
            <a:pPr indent="0" lvl="0" marL="12700" rtl="0" algn="l">
              <a:lnSpc>
                <a:spcPct val="11864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800">
                <a:solidFill>
                  <a:srgbClr val="2F3578"/>
                </a:solidFill>
              </a:rPr>
              <a:t>GRACIAS!</a:t>
            </a:r>
            <a:endParaRPr sz="4800"/>
          </a:p>
        </p:txBody>
      </p:sp>
      <p:grpSp>
        <p:nvGrpSpPr>
          <p:cNvPr id="152" name="Google Shape;152;p12"/>
          <p:cNvGrpSpPr/>
          <p:nvPr/>
        </p:nvGrpSpPr>
        <p:grpSpPr>
          <a:xfrm>
            <a:off x="0" y="1802586"/>
            <a:ext cx="6145060" cy="2908105"/>
            <a:chOff x="0" y="1802650"/>
            <a:chExt cx="6145060" cy="2769360"/>
          </a:xfrm>
        </p:grpSpPr>
        <p:sp>
          <p:nvSpPr>
            <p:cNvPr id="153" name="Google Shape;153;p12"/>
            <p:cNvSpPr/>
            <p:nvPr/>
          </p:nvSpPr>
          <p:spPr>
            <a:xfrm>
              <a:off x="1122225" y="1802650"/>
              <a:ext cx="0" cy="1023619"/>
            </a:xfrm>
            <a:custGeom>
              <a:rect b="b" l="l" r="r" t="t"/>
              <a:pathLst>
                <a:path extrusionOk="0" h="1023619" w="120000">
                  <a:moveTo>
                    <a:pt x="0" y="0"/>
                  </a:moveTo>
                  <a:lnTo>
                    <a:pt x="0" y="1023299"/>
                  </a:lnTo>
                </a:path>
              </a:pathLst>
            </a:custGeom>
            <a:noFill/>
            <a:ln cap="flat" cmpd="sng" w="76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4" name="Google Shape;15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18201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" name="Google Shape;15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18134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" name="Google Shape;15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18134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18134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" name="Google Shape;158;p12"/>
            <p:cNvSpPr/>
            <p:nvPr/>
          </p:nvSpPr>
          <p:spPr>
            <a:xfrm>
              <a:off x="0" y="18138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9" name="Google Shape;15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0420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0487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0420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0420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12"/>
            <p:cNvSpPr/>
            <p:nvPr/>
          </p:nvSpPr>
          <p:spPr>
            <a:xfrm>
              <a:off x="0" y="20424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4" name="Google Shape;16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2773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" name="Google Shape;16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2706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2706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2706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" name="Google Shape;168;p12"/>
            <p:cNvSpPr/>
            <p:nvPr/>
          </p:nvSpPr>
          <p:spPr>
            <a:xfrm>
              <a:off x="0" y="22710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9" name="Google Shape;16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5059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4992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" name="Google Shape;17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4992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4992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" name="Google Shape;173;p12"/>
            <p:cNvSpPr/>
            <p:nvPr/>
          </p:nvSpPr>
          <p:spPr>
            <a:xfrm>
              <a:off x="0" y="24996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4" name="Google Shape;17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7345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7278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7278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7278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" name="Google Shape;178;p12"/>
            <p:cNvSpPr/>
            <p:nvPr/>
          </p:nvSpPr>
          <p:spPr>
            <a:xfrm>
              <a:off x="0" y="27282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2"/>
            <p:cNvSpPr/>
            <p:nvPr/>
          </p:nvSpPr>
          <p:spPr>
            <a:xfrm>
              <a:off x="5400840" y="1976665"/>
              <a:ext cx="744220" cy="1601470"/>
            </a:xfrm>
            <a:custGeom>
              <a:rect b="b" l="l" r="r" t="t"/>
              <a:pathLst>
                <a:path extrusionOk="0" h="1601470" w="744220">
                  <a:moveTo>
                    <a:pt x="50495" y="1564449"/>
                  </a:moveTo>
                  <a:lnTo>
                    <a:pt x="47828" y="1558036"/>
                  </a:lnTo>
                  <a:lnTo>
                    <a:pt x="38366" y="1548561"/>
                  </a:lnTo>
                  <a:lnTo>
                    <a:pt x="31940" y="1545907"/>
                  </a:lnTo>
                  <a:lnTo>
                    <a:pt x="25247" y="1545907"/>
                  </a:lnTo>
                  <a:lnTo>
                    <a:pt x="15417" y="1547888"/>
                  </a:lnTo>
                  <a:lnTo>
                    <a:pt x="7391" y="1553298"/>
                  </a:lnTo>
                  <a:lnTo>
                    <a:pt x="1981" y="1561325"/>
                  </a:lnTo>
                  <a:lnTo>
                    <a:pt x="0" y="1571155"/>
                  </a:lnTo>
                  <a:lnTo>
                    <a:pt x="1981" y="1580972"/>
                  </a:lnTo>
                  <a:lnTo>
                    <a:pt x="7391" y="1588998"/>
                  </a:lnTo>
                  <a:lnTo>
                    <a:pt x="15417" y="1594408"/>
                  </a:lnTo>
                  <a:lnTo>
                    <a:pt x="25247" y="1596390"/>
                  </a:lnTo>
                  <a:lnTo>
                    <a:pt x="35064" y="1594408"/>
                  </a:lnTo>
                  <a:lnTo>
                    <a:pt x="43091" y="1588998"/>
                  </a:lnTo>
                  <a:lnTo>
                    <a:pt x="48501" y="1580972"/>
                  </a:lnTo>
                  <a:lnTo>
                    <a:pt x="50495" y="1571155"/>
                  </a:lnTo>
                  <a:lnTo>
                    <a:pt x="50495" y="1564449"/>
                  </a:lnTo>
                  <a:close/>
                </a:path>
                <a:path extrusionOk="0" h="1601470" w="744220">
                  <a:moveTo>
                    <a:pt x="50495" y="1391145"/>
                  </a:moveTo>
                  <a:lnTo>
                    <a:pt x="47828" y="1384731"/>
                  </a:lnTo>
                  <a:lnTo>
                    <a:pt x="38366" y="1375257"/>
                  </a:lnTo>
                  <a:lnTo>
                    <a:pt x="31940" y="1372603"/>
                  </a:lnTo>
                  <a:lnTo>
                    <a:pt x="25247" y="1372603"/>
                  </a:lnTo>
                  <a:lnTo>
                    <a:pt x="15417" y="1374584"/>
                  </a:lnTo>
                  <a:lnTo>
                    <a:pt x="7391" y="1379994"/>
                  </a:lnTo>
                  <a:lnTo>
                    <a:pt x="1981" y="1388021"/>
                  </a:lnTo>
                  <a:lnTo>
                    <a:pt x="0" y="1397850"/>
                  </a:lnTo>
                  <a:lnTo>
                    <a:pt x="1981" y="1407668"/>
                  </a:lnTo>
                  <a:lnTo>
                    <a:pt x="7391" y="1415694"/>
                  </a:lnTo>
                  <a:lnTo>
                    <a:pt x="15417" y="1421104"/>
                  </a:lnTo>
                  <a:lnTo>
                    <a:pt x="25247" y="1423085"/>
                  </a:lnTo>
                  <a:lnTo>
                    <a:pt x="35064" y="1421104"/>
                  </a:lnTo>
                  <a:lnTo>
                    <a:pt x="43091" y="1415694"/>
                  </a:lnTo>
                  <a:lnTo>
                    <a:pt x="48501" y="1407668"/>
                  </a:lnTo>
                  <a:lnTo>
                    <a:pt x="50495" y="1397850"/>
                  </a:lnTo>
                  <a:lnTo>
                    <a:pt x="50495" y="1391145"/>
                  </a:lnTo>
                  <a:close/>
                </a:path>
                <a:path extrusionOk="0" h="1601470" w="744220">
                  <a:moveTo>
                    <a:pt x="50495" y="1217853"/>
                  </a:moveTo>
                  <a:lnTo>
                    <a:pt x="47828" y="1211427"/>
                  </a:lnTo>
                  <a:lnTo>
                    <a:pt x="38366" y="1201953"/>
                  </a:lnTo>
                  <a:lnTo>
                    <a:pt x="31940" y="1199299"/>
                  </a:lnTo>
                  <a:lnTo>
                    <a:pt x="25247" y="1199299"/>
                  </a:lnTo>
                  <a:lnTo>
                    <a:pt x="15417" y="1201280"/>
                  </a:lnTo>
                  <a:lnTo>
                    <a:pt x="7391" y="1206690"/>
                  </a:lnTo>
                  <a:lnTo>
                    <a:pt x="1981" y="1214716"/>
                  </a:lnTo>
                  <a:lnTo>
                    <a:pt x="0" y="1224546"/>
                  </a:lnTo>
                  <a:lnTo>
                    <a:pt x="1981" y="1234363"/>
                  </a:lnTo>
                  <a:lnTo>
                    <a:pt x="7391" y="1242390"/>
                  </a:lnTo>
                  <a:lnTo>
                    <a:pt x="15417" y="1247800"/>
                  </a:lnTo>
                  <a:lnTo>
                    <a:pt x="25247" y="1249794"/>
                  </a:lnTo>
                  <a:lnTo>
                    <a:pt x="35064" y="1247800"/>
                  </a:lnTo>
                  <a:lnTo>
                    <a:pt x="43091" y="1242390"/>
                  </a:lnTo>
                  <a:lnTo>
                    <a:pt x="48501" y="1234363"/>
                  </a:lnTo>
                  <a:lnTo>
                    <a:pt x="50495" y="1224546"/>
                  </a:lnTo>
                  <a:lnTo>
                    <a:pt x="50495" y="1217853"/>
                  </a:lnTo>
                  <a:close/>
                </a:path>
                <a:path extrusionOk="0" h="1601470" w="744220">
                  <a:moveTo>
                    <a:pt x="50495" y="1044549"/>
                  </a:moveTo>
                  <a:lnTo>
                    <a:pt x="47828" y="1038123"/>
                  </a:lnTo>
                  <a:lnTo>
                    <a:pt x="38366" y="1028649"/>
                  </a:lnTo>
                  <a:lnTo>
                    <a:pt x="31940" y="1025994"/>
                  </a:lnTo>
                  <a:lnTo>
                    <a:pt x="25247" y="1025994"/>
                  </a:lnTo>
                  <a:lnTo>
                    <a:pt x="15417" y="1027976"/>
                  </a:lnTo>
                  <a:lnTo>
                    <a:pt x="7391" y="1033386"/>
                  </a:lnTo>
                  <a:lnTo>
                    <a:pt x="1981" y="1041412"/>
                  </a:lnTo>
                  <a:lnTo>
                    <a:pt x="0" y="1051242"/>
                  </a:lnTo>
                  <a:lnTo>
                    <a:pt x="1981" y="1061072"/>
                  </a:lnTo>
                  <a:lnTo>
                    <a:pt x="7391" y="1069086"/>
                  </a:lnTo>
                  <a:lnTo>
                    <a:pt x="15417" y="1074496"/>
                  </a:lnTo>
                  <a:lnTo>
                    <a:pt x="25247" y="1076490"/>
                  </a:lnTo>
                  <a:lnTo>
                    <a:pt x="35064" y="1074496"/>
                  </a:lnTo>
                  <a:lnTo>
                    <a:pt x="43091" y="1069086"/>
                  </a:lnTo>
                  <a:lnTo>
                    <a:pt x="48501" y="1061072"/>
                  </a:lnTo>
                  <a:lnTo>
                    <a:pt x="50495" y="1051242"/>
                  </a:lnTo>
                  <a:lnTo>
                    <a:pt x="50495" y="1044549"/>
                  </a:lnTo>
                  <a:close/>
                </a:path>
                <a:path extrusionOk="0" h="1601470" w="744220">
                  <a:moveTo>
                    <a:pt x="50495" y="871245"/>
                  </a:moveTo>
                  <a:lnTo>
                    <a:pt x="47828" y="864819"/>
                  </a:lnTo>
                  <a:lnTo>
                    <a:pt x="38366" y="855345"/>
                  </a:lnTo>
                  <a:lnTo>
                    <a:pt x="31940" y="852690"/>
                  </a:lnTo>
                  <a:lnTo>
                    <a:pt x="25247" y="852690"/>
                  </a:lnTo>
                  <a:lnTo>
                    <a:pt x="15417" y="854671"/>
                  </a:lnTo>
                  <a:lnTo>
                    <a:pt x="7391" y="860082"/>
                  </a:lnTo>
                  <a:lnTo>
                    <a:pt x="1981" y="868108"/>
                  </a:lnTo>
                  <a:lnTo>
                    <a:pt x="0" y="877938"/>
                  </a:lnTo>
                  <a:lnTo>
                    <a:pt x="1981" y="887768"/>
                  </a:lnTo>
                  <a:lnTo>
                    <a:pt x="7391" y="895781"/>
                  </a:lnTo>
                  <a:lnTo>
                    <a:pt x="15417" y="901192"/>
                  </a:lnTo>
                  <a:lnTo>
                    <a:pt x="25247" y="903185"/>
                  </a:lnTo>
                  <a:lnTo>
                    <a:pt x="35064" y="901192"/>
                  </a:lnTo>
                  <a:lnTo>
                    <a:pt x="43091" y="895781"/>
                  </a:lnTo>
                  <a:lnTo>
                    <a:pt x="48501" y="887768"/>
                  </a:lnTo>
                  <a:lnTo>
                    <a:pt x="50495" y="877938"/>
                  </a:lnTo>
                  <a:lnTo>
                    <a:pt x="50495" y="871245"/>
                  </a:lnTo>
                  <a:close/>
                </a:path>
                <a:path extrusionOk="0" h="1601470" w="744220">
                  <a:moveTo>
                    <a:pt x="50495" y="711771"/>
                  </a:moveTo>
                  <a:lnTo>
                    <a:pt x="47828" y="705345"/>
                  </a:lnTo>
                  <a:lnTo>
                    <a:pt x="38366" y="695871"/>
                  </a:lnTo>
                  <a:lnTo>
                    <a:pt x="31940" y="693216"/>
                  </a:lnTo>
                  <a:lnTo>
                    <a:pt x="25247" y="693216"/>
                  </a:lnTo>
                  <a:lnTo>
                    <a:pt x="15417" y="695198"/>
                  </a:lnTo>
                  <a:lnTo>
                    <a:pt x="7391" y="700608"/>
                  </a:lnTo>
                  <a:lnTo>
                    <a:pt x="1981" y="708634"/>
                  </a:lnTo>
                  <a:lnTo>
                    <a:pt x="0" y="718464"/>
                  </a:lnTo>
                  <a:lnTo>
                    <a:pt x="1981" y="728281"/>
                  </a:lnTo>
                  <a:lnTo>
                    <a:pt x="7391" y="736307"/>
                  </a:lnTo>
                  <a:lnTo>
                    <a:pt x="15417" y="741718"/>
                  </a:lnTo>
                  <a:lnTo>
                    <a:pt x="25247" y="743712"/>
                  </a:lnTo>
                  <a:lnTo>
                    <a:pt x="35064" y="741718"/>
                  </a:lnTo>
                  <a:lnTo>
                    <a:pt x="43091" y="736307"/>
                  </a:lnTo>
                  <a:lnTo>
                    <a:pt x="48501" y="728281"/>
                  </a:lnTo>
                  <a:lnTo>
                    <a:pt x="50495" y="718464"/>
                  </a:lnTo>
                  <a:lnTo>
                    <a:pt x="50495" y="711771"/>
                  </a:lnTo>
                  <a:close/>
                </a:path>
                <a:path extrusionOk="0" h="1601470" w="744220">
                  <a:moveTo>
                    <a:pt x="50495" y="538467"/>
                  </a:moveTo>
                  <a:lnTo>
                    <a:pt x="47828" y="532041"/>
                  </a:lnTo>
                  <a:lnTo>
                    <a:pt x="38366" y="522566"/>
                  </a:lnTo>
                  <a:lnTo>
                    <a:pt x="31940" y="519912"/>
                  </a:lnTo>
                  <a:lnTo>
                    <a:pt x="25247" y="519912"/>
                  </a:lnTo>
                  <a:lnTo>
                    <a:pt x="15417" y="521893"/>
                  </a:lnTo>
                  <a:lnTo>
                    <a:pt x="7391" y="527304"/>
                  </a:lnTo>
                  <a:lnTo>
                    <a:pt x="1981" y="535330"/>
                  </a:lnTo>
                  <a:lnTo>
                    <a:pt x="0" y="545160"/>
                  </a:lnTo>
                  <a:lnTo>
                    <a:pt x="1981" y="554990"/>
                  </a:lnTo>
                  <a:lnTo>
                    <a:pt x="7391" y="563003"/>
                  </a:lnTo>
                  <a:lnTo>
                    <a:pt x="15417" y="568413"/>
                  </a:lnTo>
                  <a:lnTo>
                    <a:pt x="25247" y="570407"/>
                  </a:lnTo>
                  <a:lnTo>
                    <a:pt x="35064" y="568413"/>
                  </a:lnTo>
                  <a:lnTo>
                    <a:pt x="43091" y="563003"/>
                  </a:lnTo>
                  <a:lnTo>
                    <a:pt x="48501" y="554990"/>
                  </a:lnTo>
                  <a:lnTo>
                    <a:pt x="50495" y="545160"/>
                  </a:lnTo>
                  <a:lnTo>
                    <a:pt x="50495" y="538467"/>
                  </a:lnTo>
                  <a:close/>
                </a:path>
                <a:path extrusionOk="0" h="1601470" w="744220">
                  <a:moveTo>
                    <a:pt x="50495" y="365163"/>
                  </a:moveTo>
                  <a:lnTo>
                    <a:pt x="47828" y="358736"/>
                  </a:lnTo>
                  <a:lnTo>
                    <a:pt x="38366" y="349262"/>
                  </a:lnTo>
                  <a:lnTo>
                    <a:pt x="31940" y="346608"/>
                  </a:lnTo>
                  <a:lnTo>
                    <a:pt x="25247" y="346608"/>
                  </a:lnTo>
                  <a:lnTo>
                    <a:pt x="15417" y="348589"/>
                  </a:lnTo>
                  <a:lnTo>
                    <a:pt x="7391" y="353999"/>
                  </a:lnTo>
                  <a:lnTo>
                    <a:pt x="1981" y="362026"/>
                  </a:lnTo>
                  <a:lnTo>
                    <a:pt x="0" y="371856"/>
                  </a:lnTo>
                  <a:lnTo>
                    <a:pt x="1981" y="381685"/>
                  </a:lnTo>
                  <a:lnTo>
                    <a:pt x="7391" y="389699"/>
                  </a:lnTo>
                  <a:lnTo>
                    <a:pt x="15417" y="395109"/>
                  </a:lnTo>
                  <a:lnTo>
                    <a:pt x="25247" y="397103"/>
                  </a:lnTo>
                  <a:lnTo>
                    <a:pt x="35064" y="395109"/>
                  </a:lnTo>
                  <a:lnTo>
                    <a:pt x="43091" y="389699"/>
                  </a:lnTo>
                  <a:lnTo>
                    <a:pt x="48501" y="381685"/>
                  </a:lnTo>
                  <a:lnTo>
                    <a:pt x="50495" y="371856"/>
                  </a:lnTo>
                  <a:lnTo>
                    <a:pt x="50495" y="365163"/>
                  </a:lnTo>
                  <a:close/>
                </a:path>
                <a:path extrusionOk="0" h="1601470" w="744220">
                  <a:moveTo>
                    <a:pt x="50495" y="191858"/>
                  </a:moveTo>
                  <a:lnTo>
                    <a:pt x="47828" y="185432"/>
                  </a:lnTo>
                  <a:lnTo>
                    <a:pt x="38366" y="175958"/>
                  </a:lnTo>
                  <a:lnTo>
                    <a:pt x="31940" y="173304"/>
                  </a:lnTo>
                  <a:lnTo>
                    <a:pt x="25247" y="173304"/>
                  </a:lnTo>
                  <a:lnTo>
                    <a:pt x="15417" y="175285"/>
                  </a:lnTo>
                  <a:lnTo>
                    <a:pt x="7391" y="180695"/>
                  </a:lnTo>
                  <a:lnTo>
                    <a:pt x="1981" y="188722"/>
                  </a:lnTo>
                  <a:lnTo>
                    <a:pt x="0" y="198551"/>
                  </a:lnTo>
                  <a:lnTo>
                    <a:pt x="1981" y="208381"/>
                  </a:lnTo>
                  <a:lnTo>
                    <a:pt x="7391" y="216395"/>
                  </a:lnTo>
                  <a:lnTo>
                    <a:pt x="15417" y="221805"/>
                  </a:lnTo>
                  <a:lnTo>
                    <a:pt x="25247" y="223799"/>
                  </a:lnTo>
                  <a:lnTo>
                    <a:pt x="35064" y="221805"/>
                  </a:lnTo>
                  <a:lnTo>
                    <a:pt x="43091" y="216395"/>
                  </a:lnTo>
                  <a:lnTo>
                    <a:pt x="48501" y="208381"/>
                  </a:lnTo>
                  <a:lnTo>
                    <a:pt x="50495" y="198551"/>
                  </a:lnTo>
                  <a:lnTo>
                    <a:pt x="50495" y="191858"/>
                  </a:lnTo>
                  <a:close/>
                </a:path>
                <a:path extrusionOk="0" h="1601470" w="744220">
                  <a:moveTo>
                    <a:pt x="50495" y="18554"/>
                  </a:moveTo>
                  <a:lnTo>
                    <a:pt x="47828" y="12128"/>
                  </a:lnTo>
                  <a:lnTo>
                    <a:pt x="38366" y="2667"/>
                  </a:lnTo>
                  <a:lnTo>
                    <a:pt x="31940" y="0"/>
                  </a:lnTo>
                  <a:lnTo>
                    <a:pt x="25247" y="0"/>
                  </a:lnTo>
                  <a:lnTo>
                    <a:pt x="15417" y="1981"/>
                  </a:lnTo>
                  <a:lnTo>
                    <a:pt x="7391" y="7391"/>
                  </a:lnTo>
                  <a:lnTo>
                    <a:pt x="1981" y="15417"/>
                  </a:lnTo>
                  <a:lnTo>
                    <a:pt x="0" y="25247"/>
                  </a:lnTo>
                  <a:lnTo>
                    <a:pt x="1981" y="35077"/>
                  </a:lnTo>
                  <a:lnTo>
                    <a:pt x="7391" y="43091"/>
                  </a:lnTo>
                  <a:lnTo>
                    <a:pt x="15417" y="48501"/>
                  </a:lnTo>
                  <a:lnTo>
                    <a:pt x="25247" y="50495"/>
                  </a:lnTo>
                  <a:lnTo>
                    <a:pt x="35064" y="48501"/>
                  </a:lnTo>
                  <a:lnTo>
                    <a:pt x="43091" y="43091"/>
                  </a:lnTo>
                  <a:lnTo>
                    <a:pt x="48501" y="35077"/>
                  </a:lnTo>
                  <a:lnTo>
                    <a:pt x="50495" y="25247"/>
                  </a:lnTo>
                  <a:lnTo>
                    <a:pt x="50495" y="18554"/>
                  </a:lnTo>
                  <a:close/>
                </a:path>
                <a:path extrusionOk="0" h="1601470" w="744220">
                  <a:moveTo>
                    <a:pt x="223799" y="1564449"/>
                  </a:moveTo>
                  <a:lnTo>
                    <a:pt x="221132" y="1558036"/>
                  </a:lnTo>
                  <a:lnTo>
                    <a:pt x="211670" y="1548561"/>
                  </a:lnTo>
                  <a:lnTo>
                    <a:pt x="205244" y="1545907"/>
                  </a:lnTo>
                  <a:lnTo>
                    <a:pt x="198551" y="1545907"/>
                  </a:lnTo>
                  <a:lnTo>
                    <a:pt x="188722" y="1547888"/>
                  </a:lnTo>
                  <a:lnTo>
                    <a:pt x="180695" y="1553298"/>
                  </a:lnTo>
                  <a:lnTo>
                    <a:pt x="175285" y="1561325"/>
                  </a:lnTo>
                  <a:lnTo>
                    <a:pt x="173304" y="1571155"/>
                  </a:lnTo>
                  <a:lnTo>
                    <a:pt x="175285" y="1580972"/>
                  </a:lnTo>
                  <a:lnTo>
                    <a:pt x="180695" y="1588998"/>
                  </a:lnTo>
                  <a:lnTo>
                    <a:pt x="188722" y="1594408"/>
                  </a:lnTo>
                  <a:lnTo>
                    <a:pt x="198551" y="1596390"/>
                  </a:lnTo>
                  <a:lnTo>
                    <a:pt x="208368" y="1594408"/>
                  </a:lnTo>
                  <a:lnTo>
                    <a:pt x="216395" y="1588998"/>
                  </a:lnTo>
                  <a:lnTo>
                    <a:pt x="221805" y="1580972"/>
                  </a:lnTo>
                  <a:lnTo>
                    <a:pt x="223799" y="1571155"/>
                  </a:lnTo>
                  <a:lnTo>
                    <a:pt x="223799" y="1564449"/>
                  </a:lnTo>
                  <a:close/>
                </a:path>
                <a:path extrusionOk="0" h="1601470" w="744220">
                  <a:moveTo>
                    <a:pt x="223799" y="1391145"/>
                  </a:moveTo>
                  <a:lnTo>
                    <a:pt x="221132" y="1384731"/>
                  </a:lnTo>
                  <a:lnTo>
                    <a:pt x="211670" y="1375257"/>
                  </a:lnTo>
                  <a:lnTo>
                    <a:pt x="205244" y="1372603"/>
                  </a:lnTo>
                  <a:lnTo>
                    <a:pt x="198551" y="1372603"/>
                  </a:lnTo>
                  <a:lnTo>
                    <a:pt x="188722" y="1374584"/>
                  </a:lnTo>
                  <a:lnTo>
                    <a:pt x="180695" y="1379994"/>
                  </a:lnTo>
                  <a:lnTo>
                    <a:pt x="175285" y="1388021"/>
                  </a:lnTo>
                  <a:lnTo>
                    <a:pt x="173304" y="1397850"/>
                  </a:lnTo>
                  <a:lnTo>
                    <a:pt x="175285" y="1407668"/>
                  </a:lnTo>
                  <a:lnTo>
                    <a:pt x="180695" y="1415694"/>
                  </a:lnTo>
                  <a:lnTo>
                    <a:pt x="188722" y="1421104"/>
                  </a:lnTo>
                  <a:lnTo>
                    <a:pt x="198551" y="1423085"/>
                  </a:lnTo>
                  <a:lnTo>
                    <a:pt x="208368" y="1421104"/>
                  </a:lnTo>
                  <a:lnTo>
                    <a:pt x="216395" y="1415694"/>
                  </a:lnTo>
                  <a:lnTo>
                    <a:pt x="221805" y="1407668"/>
                  </a:lnTo>
                  <a:lnTo>
                    <a:pt x="223799" y="1397850"/>
                  </a:lnTo>
                  <a:lnTo>
                    <a:pt x="223799" y="1391145"/>
                  </a:lnTo>
                  <a:close/>
                </a:path>
                <a:path extrusionOk="0" h="1601470" w="744220">
                  <a:moveTo>
                    <a:pt x="223799" y="1217853"/>
                  </a:moveTo>
                  <a:lnTo>
                    <a:pt x="221132" y="1211427"/>
                  </a:lnTo>
                  <a:lnTo>
                    <a:pt x="211670" y="1201953"/>
                  </a:lnTo>
                  <a:lnTo>
                    <a:pt x="205244" y="1199299"/>
                  </a:lnTo>
                  <a:lnTo>
                    <a:pt x="198551" y="1199299"/>
                  </a:lnTo>
                  <a:lnTo>
                    <a:pt x="188722" y="1201280"/>
                  </a:lnTo>
                  <a:lnTo>
                    <a:pt x="180695" y="1206690"/>
                  </a:lnTo>
                  <a:lnTo>
                    <a:pt x="175285" y="1214716"/>
                  </a:lnTo>
                  <a:lnTo>
                    <a:pt x="173304" y="1224546"/>
                  </a:lnTo>
                  <a:lnTo>
                    <a:pt x="175285" y="1234363"/>
                  </a:lnTo>
                  <a:lnTo>
                    <a:pt x="180695" y="1242390"/>
                  </a:lnTo>
                  <a:lnTo>
                    <a:pt x="188722" y="1247800"/>
                  </a:lnTo>
                  <a:lnTo>
                    <a:pt x="198551" y="1249794"/>
                  </a:lnTo>
                  <a:lnTo>
                    <a:pt x="208368" y="1247800"/>
                  </a:lnTo>
                  <a:lnTo>
                    <a:pt x="216395" y="1242390"/>
                  </a:lnTo>
                  <a:lnTo>
                    <a:pt x="221805" y="1234363"/>
                  </a:lnTo>
                  <a:lnTo>
                    <a:pt x="223799" y="1224546"/>
                  </a:lnTo>
                  <a:lnTo>
                    <a:pt x="223799" y="1217853"/>
                  </a:lnTo>
                  <a:close/>
                </a:path>
                <a:path extrusionOk="0" h="1601470" w="744220">
                  <a:moveTo>
                    <a:pt x="223799" y="1044549"/>
                  </a:moveTo>
                  <a:lnTo>
                    <a:pt x="221132" y="1038123"/>
                  </a:lnTo>
                  <a:lnTo>
                    <a:pt x="211670" y="1028649"/>
                  </a:lnTo>
                  <a:lnTo>
                    <a:pt x="205244" y="1025994"/>
                  </a:lnTo>
                  <a:lnTo>
                    <a:pt x="198551" y="1025994"/>
                  </a:lnTo>
                  <a:lnTo>
                    <a:pt x="188722" y="1027976"/>
                  </a:lnTo>
                  <a:lnTo>
                    <a:pt x="180695" y="1033386"/>
                  </a:lnTo>
                  <a:lnTo>
                    <a:pt x="175285" y="1041412"/>
                  </a:lnTo>
                  <a:lnTo>
                    <a:pt x="173304" y="1051242"/>
                  </a:lnTo>
                  <a:lnTo>
                    <a:pt x="175285" y="1061072"/>
                  </a:lnTo>
                  <a:lnTo>
                    <a:pt x="180695" y="1069086"/>
                  </a:lnTo>
                  <a:lnTo>
                    <a:pt x="188722" y="1074496"/>
                  </a:lnTo>
                  <a:lnTo>
                    <a:pt x="198551" y="1076490"/>
                  </a:lnTo>
                  <a:lnTo>
                    <a:pt x="208368" y="1074496"/>
                  </a:lnTo>
                  <a:lnTo>
                    <a:pt x="216395" y="1069086"/>
                  </a:lnTo>
                  <a:lnTo>
                    <a:pt x="221805" y="1061072"/>
                  </a:lnTo>
                  <a:lnTo>
                    <a:pt x="223799" y="1051242"/>
                  </a:lnTo>
                  <a:lnTo>
                    <a:pt x="223799" y="1044549"/>
                  </a:lnTo>
                  <a:close/>
                </a:path>
                <a:path extrusionOk="0" h="1601470" w="744220">
                  <a:moveTo>
                    <a:pt x="223799" y="871245"/>
                  </a:moveTo>
                  <a:lnTo>
                    <a:pt x="221132" y="864819"/>
                  </a:lnTo>
                  <a:lnTo>
                    <a:pt x="211670" y="855345"/>
                  </a:lnTo>
                  <a:lnTo>
                    <a:pt x="205244" y="852690"/>
                  </a:lnTo>
                  <a:lnTo>
                    <a:pt x="198551" y="852690"/>
                  </a:lnTo>
                  <a:lnTo>
                    <a:pt x="188722" y="854671"/>
                  </a:lnTo>
                  <a:lnTo>
                    <a:pt x="180695" y="860082"/>
                  </a:lnTo>
                  <a:lnTo>
                    <a:pt x="175285" y="868108"/>
                  </a:lnTo>
                  <a:lnTo>
                    <a:pt x="173304" y="877938"/>
                  </a:lnTo>
                  <a:lnTo>
                    <a:pt x="175285" y="887768"/>
                  </a:lnTo>
                  <a:lnTo>
                    <a:pt x="180695" y="895781"/>
                  </a:lnTo>
                  <a:lnTo>
                    <a:pt x="188722" y="901192"/>
                  </a:lnTo>
                  <a:lnTo>
                    <a:pt x="198551" y="903185"/>
                  </a:lnTo>
                  <a:lnTo>
                    <a:pt x="208368" y="901192"/>
                  </a:lnTo>
                  <a:lnTo>
                    <a:pt x="216395" y="895781"/>
                  </a:lnTo>
                  <a:lnTo>
                    <a:pt x="221805" y="887768"/>
                  </a:lnTo>
                  <a:lnTo>
                    <a:pt x="223799" y="877938"/>
                  </a:lnTo>
                  <a:lnTo>
                    <a:pt x="223799" y="871245"/>
                  </a:lnTo>
                  <a:close/>
                </a:path>
                <a:path extrusionOk="0" h="1601470" w="744220">
                  <a:moveTo>
                    <a:pt x="223799" y="711771"/>
                  </a:moveTo>
                  <a:lnTo>
                    <a:pt x="221132" y="705345"/>
                  </a:lnTo>
                  <a:lnTo>
                    <a:pt x="211670" y="695871"/>
                  </a:lnTo>
                  <a:lnTo>
                    <a:pt x="205244" y="693216"/>
                  </a:lnTo>
                  <a:lnTo>
                    <a:pt x="198551" y="693216"/>
                  </a:lnTo>
                  <a:lnTo>
                    <a:pt x="188722" y="695198"/>
                  </a:lnTo>
                  <a:lnTo>
                    <a:pt x="180695" y="700608"/>
                  </a:lnTo>
                  <a:lnTo>
                    <a:pt x="175285" y="708634"/>
                  </a:lnTo>
                  <a:lnTo>
                    <a:pt x="173304" y="718464"/>
                  </a:lnTo>
                  <a:lnTo>
                    <a:pt x="175285" y="728281"/>
                  </a:lnTo>
                  <a:lnTo>
                    <a:pt x="180695" y="736307"/>
                  </a:lnTo>
                  <a:lnTo>
                    <a:pt x="188722" y="741718"/>
                  </a:lnTo>
                  <a:lnTo>
                    <a:pt x="198551" y="743712"/>
                  </a:lnTo>
                  <a:lnTo>
                    <a:pt x="208368" y="741718"/>
                  </a:lnTo>
                  <a:lnTo>
                    <a:pt x="216395" y="736307"/>
                  </a:lnTo>
                  <a:lnTo>
                    <a:pt x="221805" y="728281"/>
                  </a:lnTo>
                  <a:lnTo>
                    <a:pt x="223799" y="718464"/>
                  </a:lnTo>
                  <a:lnTo>
                    <a:pt x="223799" y="711771"/>
                  </a:lnTo>
                  <a:close/>
                </a:path>
                <a:path extrusionOk="0" h="1601470" w="744220">
                  <a:moveTo>
                    <a:pt x="223799" y="538467"/>
                  </a:moveTo>
                  <a:lnTo>
                    <a:pt x="221132" y="532041"/>
                  </a:lnTo>
                  <a:lnTo>
                    <a:pt x="211670" y="522566"/>
                  </a:lnTo>
                  <a:lnTo>
                    <a:pt x="205244" y="519912"/>
                  </a:lnTo>
                  <a:lnTo>
                    <a:pt x="198551" y="519912"/>
                  </a:lnTo>
                  <a:lnTo>
                    <a:pt x="188722" y="521893"/>
                  </a:lnTo>
                  <a:lnTo>
                    <a:pt x="180695" y="527304"/>
                  </a:lnTo>
                  <a:lnTo>
                    <a:pt x="175285" y="535330"/>
                  </a:lnTo>
                  <a:lnTo>
                    <a:pt x="173304" y="545160"/>
                  </a:lnTo>
                  <a:lnTo>
                    <a:pt x="175285" y="554990"/>
                  </a:lnTo>
                  <a:lnTo>
                    <a:pt x="180695" y="563003"/>
                  </a:lnTo>
                  <a:lnTo>
                    <a:pt x="188722" y="568413"/>
                  </a:lnTo>
                  <a:lnTo>
                    <a:pt x="198551" y="570407"/>
                  </a:lnTo>
                  <a:lnTo>
                    <a:pt x="208368" y="568413"/>
                  </a:lnTo>
                  <a:lnTo>
                    <a:pt x="216395" y="563003"/>
                  </a:lnTo>
                  <a:lnTo>
                    <a:pt x="221805" y="554990"/>
                  </a:lnTo>
                  <a:lnTo>
                    <a:pt x="223799" y="545160"/>
                  </a:lnTo>
                  <a:lnTo>
                    <a:pt x="223799" y="538467"/>
                  </a:lnTo>
                  <a:close/>
                </a:path>
                <a:path extrusionOk="0" h="1601470" w="744220">
                  <a:moveTo>
                    <a:pt x="223799" y="365163"/>
                  </a:moveTo>
                  <a:lnTo>
                    <a:pt x="221132" y="358736"/>
                  </a:lnTo>
                  <a:lnTo>
                    <a:pt x="211670" y="349262"/>
                  </a:lnTo>
                  <a:lnTo>
                    <a:pt x="205244" y="346608"/>
                  </a:lnTo>
                  <a:lnTo>
                    <a:pt x="198551" y="346608"/>
                  </a:lnTo>
                  <a:lnTo>
                    <a:pt x="188722" y="348589"/>
                  </a:lnTo>
                  <a:lnTo>
                    <a:pt x="180695" y="353999"/>
                  </a:lnTo>
                  <a:lnTo>
                    <a:pt x="175285" y="362026"/>
                  </a:lnTo>
                  <a:lnTo>
                    <a:pt x="173304" y="371856"/>
                  </a:lnTo>
                  <a:lnTo>
                    <a:pt x="175285" y="381685"/>
                  </a:lnTo>
                  <a:lnTo>
                    <a:pt x="180695" y="389699"/>
                  </a:lnTo>
                  <a:lnTo>
                    <a:pt x="188722" y="395109"/>
                  </a:lnTo>
                  <a:lnTo>
                    <a:pt x="198551" y="397103"/>
                  </a:lnTo>
                  <a:lnTo>
                    <a:pt x="208368" y="395109"/>
                  </a:lnTo>
                  <a:lnTo>
                    <a:pt x="216395" y="389699"/>
                  </a:lnTo>
                  <a:lnTo>
                    <a:pt x="221805" y="381685"/>
                  </a:lnTo>
                  <a:lnTo>
                    <a:pt x="223799" y="371856"/>
                  </a:lnTo>
                  <a:lnTo>
                    <a:pt x="223799" y="365163"/>
                  </a:lnTo>
                  <a:close/>
                </a:path>
                <a:path extrusionOk="0" h="1601470" w="744220">
                  <a:moveTo>
                    <a:pt x="223799" y="191858"/>
                  </a:moveTo>
                  <a:lnTo>
                    <a:pt x="221132" y="185432"/>
                  </a:lnTo>
                  <a:lnTo>
                    <a:pt x="211670" y="175958"/>
                  </a:lnTo>
                  <a:lnTo>
                    <a:pt x="205244" y="173304"/>
                  </a:lnTo>
                  <a:lnTo>
                    <a:pt x="198551" y="173304"/>
                  </a:lnTo>
                  <a:lnTo>
                    <a:pt x="188722" y="175285"/>
                  </a:lnTo>
                  <a:lnTo>
                    <a:pt x="180695" y="180695"/>
                  </a:lnTo>
                  <a:lnTo>
                    <a:pt x="175285" y="188722"/>
                  </a:lnTo>
                  <a:lnTo>
                    <a:pt x="173304" y="198551"/>
                  </a:lnTo>
                  <a:lnTo>
                    <a:pt x="175285" y="208381"/>
                  </a:lnTo>
                  <a:lnTo>
                    <a:pt x="180695" y="216395"/>
                  </a:lnTo>
                  <a:lnTo>
                    <a:pt x="188722" y="221805"/>
                  </a:lnTo>
                  <a:lnTo>
                    <a:pt x="198551" y="223799"/>
                  </a:lnTo>
                  <a:lnTo>
                    <a:pt x="208368" y="221805"/>
                  </a:lnTo>
                  <a:lnTo>
                    <a:pt x="216395" y="216395"/>
                  </a:lnTo>
                  <a:lnTo>
                    <a:pt x="221805" y="208381"/>
                  </a:lnTo>
                  <a:lnTo>
                    <a:pt x="223799" y="198551"/>
                  </a:lnTo>
                  <a:lnTo>
                    <a:pt x="223799" y="191858"/>
                  </a:lnTo>
                  <a:close/>
                </a:path>
                <a:path extrusionOk="0" h="1601470" w="744220">
                  <a:moveTo>
                    <a:pt x="223799" y="18554"/>
                  </a:moveTo>
                  <a:lnTo>
                    <a:pt x="221132" y="12128"/>
                  </a:lnTo>
                  <a:lnTo>
                    <a:pt x="211670" y="2667"/>
                  </a:lnTo>
                  <a:lnTo>
                    <a:pt x="205244" y="0"/>
                  </a:lnTo>
                  <a:lnTo>
                    <a:pt x="198551" y="0"/>
                  </a:lnTo>
                  <a:lnTo>
                    <a:pt x="188722" y="1981"/>
                  </a:lnTo>
                  <a:lnTo>
                    <a:pt x="180695" y="7391"/>
                  </a:lnTo>
                  <a:lnTo>
                    <a:pt x="175285" y="15417"/>
                  </a:lnTo>
                  <a:lnTo>
                    <a:pt x="173304" y="25247"/>
                  </a:lnTo>
                  <a:lnTo>
                    <a:pt x="175285" y="35077"/>
                  </a:lnTo>
                  <a:lnTo>
                    <a:pt x="180695" y="43091"/>
                  </a:lnTo>
                  <a:lnTo>
                    <a:pt x="188722" y="48501"/>
                  </a:lnTo>
                  <a:lnTo>
                    <a:pt x="198551" y="50495"/>
                  </a:lnTo>
                  <a:lnTo>
                    <a:pt x="208368" y="48501"/>
                  </a:lnTo>
                  <a:lnTo>
                    <a:pt x="216395" y="43091"/>
                  </a:lnTo>
                  <a:lnTo>
                    <a:pt x="221805" y="35077"/>
                  </a:lnTo>
                  <a:lnTo>
                    <a:pt x="223799" y="25247"/>
                  </a:lnTo>
                  <a:lnTo>
                    <a:pt x="223799" y="18554"/>
                  </a:lnTo>
                  <a:close/>
                </a:path>
                <a:path extrusionOk="0" h="1601470" w="744220">
                  <a:moveTo>
                    <a:pt x="397090" y="1564449"/>
                  </a:moveTo>
                  <a:lnTo>
                    <a:pt x="394436" y="1558036"/>
                  </a:lnTo>
                  <a:lnTo>
                    <a:pt x="384962" y="1548561"/>
                  </a:lnTo>
                  <a:lnTo>
                    <a:pt x="378548" y="1545907"/>
                  </a:lnTo>
                  <a:lnTo>
                    <a:pt x="371856" y="1545907"/>
                  </a:lnTo>
                  <a:lnTo>
                    <a:pt x="362026" y="1547888"/>
                  </a:lnTo>
                  <a:lnTo>
                    <a:pt x="353999" y="1553298"/>
                  </a:lnTo>
                  <a:lnTo>
                    <a:pt x="348589" y="1561325"/>
                  </a:lnTo>
                  <a:lnTo>
                    <a:pt x="346608" y="1571155"/>
                  </a:lnTo>
                  <a:lnTo>
                    <a:pt x="348589" y="1580972"/>
                  </a:lnTo>
                  <a:lnTo>
                    <a:pt x="353999" y="1588998"/>
                  </a:lnTo>
                  <a:lnTo>
                    <a:pt x="362026" y="1594408"/>
                  </a:lnTo>
                  <a:lnTo>
                    <a:pt x="371856" y="1596390"/>
                  </a:lnTo>
                  <a:lnTo>
                    <a:pt x="381673" y="1594408"/>
                  </a:lnTo>
                  <a:lnTo>
                    <a:pt x="389699" y="1588998"/>
                  </a:lnTo>
                  <a:lnTo>
                    <a:pt x="395109" y="1580972"/>
                  </a:lnTo>
                  <a:lnTo>
                    <a:pt x="397090" y="1571155"/>
                  </a:lnTo>
                  <a:lnTo>
                    <a:pt x="397090" y="1564449"/>
                  </a:lnTo>
                  <a:close/>
                </a:path>
                <a:path extrusionOk="0" h="1601470" w="744220">
                  <a:moveTo>
                    <a:pt x="397090" y="1391145"/>
                  </a:moveTo>
                  <a:lnTo>
                    <a:pt x="394436" y="1384731"/>
                  </a:lnTo>
                  <a:lnTo>
                    <a:pt x="384962" y="1375257"/>
                  </a:lnTo>
                  <a:lnTo>
                    <a:pt x="378548" y="1372603"/>
                  </a:lnTo>
                  <a:lnTo>
                    <a:pt x="371856" y="1372603"/>
                  </a:lnTo>
                  <a:lnTo>
                    <a:pt x="362026" y="1374584"/>
                  </a:lnTo>
                  <a:lnTo>
                    <a:pt x="353999" y="1379994"/>
                  </a:lnTo>
                  <a:lnTo>
                    <a:pt x="348589" y="1388021"/>
                  </a:lnTo>
                  <a:lnTo>
                    <a:pt x="346608" y="1397850"/>
                  </a:lnTo>
                  <a:lnTo>
                    <a:pt x="348589" y="1407668"/>
                  </a:lnTo>
                  <a:lnTo>
                    <a:pt x="353999" y="1415694"/>
                  </a:lnTo>
                  <a:lnTo>
                    <a:pt x="362026" y="1421104"/>
                  </a:lnTo>
                  <a:lnTo>
                    <a:pt x="371856" y="1423085"/>
                  </a:lnTo>
                  <a:lnTo>
                    <a:pt x="381673" y="1421104"/>
                  </a:lnTo>
                  <a:lnTo>
                    <a:pt x="389699" y="1415694"/>
                  </a:lnTo>
                  <a:lnTo>
                    <a:pt x="395109" y="1407668"/>
                  </a:lnTo>
                  <a:lnTo>
                    <a:pt x="397090" y="1397850"/>
                  </a:lnTo>
                  <a:lnTo>
                    <a:pt x="397090" y="1391145"/>
                  </a:lnTo>
                  <a:close/>
                </a:path>
                <a:path extrusionOk="0" h="1601470" w="744220">
                  <a:moveTo>
                    <a:pt x="397090" y="1217853"/>
                  </a:moveTo>
                  <a:lnTo>
                    <a:pt x="394436" y="1211427"/>
                  </a:lnTo>
                  <a:lnTo>
                    <a:pt x="384962" y="1201953"/>
                  </a:lnTo>
                  <a:lnTo>
                    <a:pt x="378548" y="1199299"/>
                  </a:lnTo>
                  <a:lnTo>
                    <a:pt x="371856" y="1199299"/>
                  </a:lnTo>
                  <a:lnTo>
                    <a:pt x="362026" y="1201280"/>
                  </a:lnTo>
                  <a:lnTo>
                    <a:pt x="353999" y="1206690"/>
                  </a:lnTo>
                  <a:lnTo>
                    <a:pt x="348589" y="1214716"/>
                  </a:lnTo>
                  <a:lnTo>
                    <a:pt x="346608" y="1224546"/>
                  </a:lnTo>
                  <a:lnTo>
                    <a:pt x="348589" y="1234363"/>
                  </a:lnTo>
                  <a:lnTo>
                    <a:pt x="353999" y="1242390"/>
                  </a:lnTo>
                  <a:lnTo>
                    <a:pt x="362026" y="1247800"/>
                  </a:lnTo>
                  <a:lnTo>
                    <a:pt x="371856" y="1249794"/>
                  </a:lnTo>
                  <a:lnTo>
                    <a:pt x="381673" y="1247800"/>
                  </a:lnTo>
                  <a:lnTo>
                    <a:pt x="389699" y="1242390"/>
                  </a:lnTo>
                  <a:lnTo>
                    <a:pt x="395109" y="1234363"/>
                  </a:lnTo>
                  <a:lnTo>
                    <a:pt x="397090" y="1224546"/>
                  </a:lnTo>
                  <a:lnTo>
                    <a:pt x="397090" y="1217853"/>
                  </a:lnTo>
                  <a:close/>
                </a:path>
                <a:path extrusionOk="0" h="1601470" w="744220">
                  <a:moveTo>
                    <a:pt x="397090" y="1044549"/>
                  </a:moveTo>
                  <a:lnTo>
                    <a:pt x="394436" y="1038123"/>
                  </a:lnTo>
                  <a:lnTo>
                    <a:pt x="384962" y="1028649"/>
                  </a:lnTo>
                  <a:lnTo>
                    <a:pt x="378548" y="1025994"/>
                  </a:lnTo>
                  <a:lnTo>
                    <a:pt x="371856" y="1025994"/>
                  </a:lnTo>
                  <a:lnTo>
                    <a:pt x="362026" y="1027976"/>
                  </a:lnTo>
                  <a:lnTo>
                    <a:pt x="353999" y="1033386"/>
                  </a:lnTo>
                  <a:lnTo>
                    <a:pt x="348589" y="1041412"/>
                  </a:lnTo>
                  <a:lnTo>
                    <a:pt x="346608" y="1051242"/>
                  </a:lnTo>
                  <a:lnTo>
                    <a:pt x="348589" y="1061072"/>
                  </a:lnTo>
                  <a:lnTo>
                    <a:pt x="353999" y="1069086"/>
                  </a:lnTo>
                  <a:lnTo>
                    <a:pt x="362026" y="1074496"/>
                  </a:lnTo>
                  <a:lnTo>
                    <a:pt x="371856" y="1076490"/>
                  </a:lnTo>
                  <a:lnTo>
                    <a:pt x="381673" y="1074496"/>
                  </a:lnTo>
                  <a:lnTo>
                    <a:pt x="389699" y="1069086"/>
                  </a:lnTo>
                  <a:lnTo>
                    <a:pt x="395109" y="1061072"/>
                  </a:lnTo>
                  <a:lnTo>
                    <a:pt x="397090" y="1051242"/>
                  </a:lnTo>
                  <a:lnTo>
                    <a:pt x="397090" y="1044549"/>
                  </a:lnTo>
                  <a:close/>
                </a:path>
                <a:path extrusionOk="0" h="1601470" w="744220">
                  <a:moveTo>
                    <a:pt x="397090" y="871245"/>
                  </a:moveTo>
                  <a:lnTo>
                    <a:pt x="394436" y="864819"/>
                  </a:lnTo>
                  <a:lnTo>
                    <a:pt x="384962" y="855345"/>
                  </a:lnTo>
                  <a:lnTo>
                    <a:pt x="378548" y="852690"/>
                  </a:lnTo>
                  <a:lnTo>
                    <a:pt x="371856" y="852690"/>
                  </a:lnTo>
                  <a:lnTo>
                    <a:pt x="362026" y="854671"/>
                  </a:lnTo>
                  <a:lnTo>
                    <a:pt x="353999" y="860082"/>
                  </a:lnTo>
                  <a:lnTo>
                    <a:pt x="348589" y="868108"/>
                  </a:lnTo>
                  <a:lnTo>
                    <a:pt x="346608" y="877938"/>
                  </a:lnTo>
                  <a:lnTo>
                    <a:pt x="348589" y="887768"/>
                  </a:lnTo>
                  <a:lnTo>
                    <a:pt x="353999" y="895781"/>
                  </a:lnTo>
                  <a:lnTo>
                    <a:pt x="362026" y="901192"/>
                  </a:lnTo>
                  <a:lnTo>
                    <a:pt x="371856" y="903185"/>
                  </a:lnTo>
                  <a:lnTo>
                    <a:pt x="381673" y="901192"/>
                  </a:lnTo>
                  <a:lnTo>
                    <a:pt x="389699" y="895781"/>
                  </a:lnTo>
                  <a:lnTo>
                    <a:pt x="395109" y="887768"/>
                  </a:lnTo>
                  <a:lnTo>
                    <a:pt x="397090" y="877938"/>
                  </a:lnTo>
                  <a:lnTo>
                    <a:pt x="397090" y="871245"/>
                  </a:lnTo>
                  <a:close/>
                </a:path>
                <a:path extrusionOk="0" h="1601470" w="744220">
                  <a:moveTo>
                    <a:pt x="397090" y="711771"/>
                  </a:moveTo>
                  <a:lnTo>
                    <a:pt x="394436" y="705345"/>
                  </a:lnTo>
                  <a:lnTo>
                    <a:pt x="384962" y="695871"/>
                  </a:lnTo>
                  <a:lnTo>
                    <a:pt x="378548" y="693216"/>
                  </a:lnTo>
                  <a:lnTo>
                    <a:pt x="371856" y="693216"/>
                  </a:lnTo>
                  <a:lnTo>
                    <a:pt x="362026" y="695198"/>
                  </a:lnTo>
                  <a:lnTo>
                    <a:pt x="353999" y="700608"/>
                  </a:lnTo>
                  <a:lnTo>
                    <a:pt x="348589" y="708634"/>
                  </a:lnTo>
                  <a:lnTo>
                    <a:pt x="346608" y="718464"/>
                  </a:lnTo>
                  <a:lnTo>
                    <a:pt x="348589" y="728281"/>
                  </a:lnTo>
                  <a:lnTo>
                    <a:pt x="353999" y="736307"/>
                  </a:lnTo>
                  <a:lnTo>
                    <a:pt x="362026" y="741718"/>
                  </a:lnTo>
                  <a:lnTo>
                    <a:pt x="371856" y="743712"/>
                  </a:lnTo>
                  <a:lnTo>
                    <a:pt x="381673" y="741718"/>
                  </a:lnTo>
                  <a:lnTo>
                    <a:pt x="389699" y="736307"/>
                  </a:lnTo>
                  <a:lnTo>
                    <a:pt x="395109" y="728281"/>
                  </a:lnTo>
                  <a:lnTo>
                    <a:pt x="397090" y="718464"/>
                  </a:lnTo>
                  <a:lnTo>
                    <a:pt x="397090" y="711771"/>
                  </a:lnTo>
                  <a:close/>
                </a:path>
                <a:path extrusionOk="0" h="1601470" w="744220">
                  <a:moveTo>
                    <a:pt x="397090" y="538467"/>
                  </a:moveTo>
                  <a:lnTo>
                    <a:pt x="394436" y="532041"/>
                  </a:lnTo>
                  <a:lnTo>
                    <a:pt x="384962" y="522566"/>
                  </a:lnTo>
                  <a:lnTo>
                    <a:pt x="378548" y="519912"/>
                  </a:lnTo>
                  <a:lnTo>
                    <a:pt x="371856" y="519912"/>
                  </a:lnTo>
                  <a:lnTo>
                    <a:pt x="362026" y="521893"/>
                  </a:lnTo>
                  <a:lnTo>
                    <a:pt x="353999" y="527304"/>
                  </a:lnTo>
                  <a:lnTo>
                    <a:pt x="348589" y="535330"/>
                  </a:lnTo>
                  <a:lnTo>
                    <a:pt x="346608" y="545160"/>
                  </a:lnTo>
                  <a:lnTo>
                    <a:pt x="348589" y="554990"/>
                  </a:lnTo>
                  <a:lnTo>
                    <a:pt x="353999" y="563003"/>
                  </a:lnTo>
                  <a:lnTo>
                    <a:pt x="362026" y="568413"/>
                  </a:lnTo>
                  <a:lnTo>
                    <a:pt x="371856" y="570407"/>
                  </a:lnTo>
                  <a:lnTo>
                    <a:pt x="381673" y="568413"/>
                  </a:lnTo>
                  <a:lnTo>
                    <a:pt x="389699" y="563003"/>
                  </a:lnTo>
                  <a:lnTo>
                    <a:pt x="395109" y="554990"/>
                  </a:lnTo>
                  <a:lnTo>
                    <a:pt x="397090" y="545160"/>
                  </a:lnTo>
                  <a:lnTo>
                    <a:pt x="397090" y="538467"/>
                  </a:lnTo>
                  <a:close/>
                </a:path>
                <a:path extrusionOk="0" h="1601470" w="744220">
                  <a:moveTo>
                    <a:pt x="397090" y="365163"/>
                  </a:moveTo>
                  <a:lnTo>
                    <a:pt x="394436" y="358736"/>
                  </a:lnTo>
                  <a:lnTo>
                    <a:pt x="384962" y="349262"/>
                  </a:lnTo>
                  <a:lnTo>
                    <a:pt x="378548" y="346608"/>
                  </a:lnTo>
                  <a:lnTo>
                    <a:pt x="371856" y="346608"/>
                  </a:lnTo>
                  <a:lnTo>
                    <a:pt x="362026" y="348589"/>
                  </a:lnTo>
                  <a:lnTo>
                    <a:pt x="353999" y="353999"/>
                  </a:lnTo>
                  <a:lnTo>
                    <a:pt x="348589" y="362026"/>
                  </a:lnTo>
                  <a:lnTo>
                    <a:pt x="346608" y="371856"/>
                  </a:lnTo>
                  <a:lnTo>
                    <a:pt x="348589" y="381685"/>
                  </a:lnTo>
                  <a:lnTo>
                    <a:pt x="353999" y="389699"/>
                  </a:lnTo>
                  <a:lnTo>
                    <a:pt x="362026" y="395109"/>
                  </a:lnTo>
                  <a:lnTo>
                    <a:pt x="371856" y="397103"/>
                  </a:lnTo>
                  <a:lnTo>
                    <a:pt x="381673" y="395109"/>
                  </a:lnTo>
                  <a:lnTo>
                    <a:pt x="389699" y="389699"/>
                  </a:lnTo>
                  <a:lnTo>
                    <a:pt x="395109" y="381685"/>
                  </a:lnTo>
                  <a:lnTo>
                    <a:pt x="397090" y="371856"/>
                  </a:lnTo>
                  <a:lnTo>
                    <a:pt x="397090" y="365163"/>
                  </a:lnTo>
                  <a:close/>
                </a:path>
                <a:path extrusionOk="0" h="1601470" w="744220">
                  <a:moveTo>
                    <a:pt x="397090" y="191858"/>
                  </a:moveTo>
                  <a:lnTo>
                    <a:pt x="394436" y="185432"/>
                  </a:lnTo>
                  <a:lnTo>
                    <a:pt x="384962" y="175958"/>
                  </a:lnTo>
                  <a:lnTo>
                    <a:pt x="378548" y="173304"/>
                  </a:lnTo>
                  <a:lnTo>
                    <a:pt x="371856" y="173304"/>
                  </a:lnTo>
                  <a:lnTo>
                    <a:pt x="362026" y="175285"/>
                  </a:lnTo>
                  <a:lnTo>
                    <a:pt x="353999" y="180695"/>
                  </a:lnTo>
                  <a:lnTo>
                    <a:pt x="348589" y="188722"/>
                  </a:lnTo>
                  <a:lnTo>
                    <a:pt x="346608" y="198551"/>
                  </a:lnTo>
                  <a:lnTo>
                    <a:pt x="348589" y="208381"/>
                  </a:lnTo>
                  <a:lnTo>
                    <a:pt x="353999" y="216395"/>
                  </a:lnTo>
                  <a:lnTo>
                    <a:pt x="362026" y="221805"/>
                  </a:lnTo>
                  <a:lnTo>
                    <a:pt x="371856" y="223799"/>
                  </a:lnTo>
                  <a:lnTo>
                    <a:pt x="381673" y="221805"/>
                  </a:lnTo>
                  <a:lnTo>
                    <a:pt x="389699" y="216395"/>
                  </a:lnTo>
                  <a:lnTo>
                    <a:pt x="395109" y="208381"/>
                  </a:lnTo>
                  <a:lnTo>
                    <a:pt x="397090" y="198551"/>
                  </a:lnTo>
                  <a:lnTo>
                    <a:pt x="397090" y="191858"/>
                  </a:lnTo>
                  <a:close/>
                </a:path>
                <a:path extrusionOk="0" h="1601470" w="744220">
                  <a:moveTo>
                    <a:pt x="397090" y="18554"/>
                  </a:moveTo>
                  <a:lnTo>
                    <a:pt x="394436" y="12128"/>
                  </a:lnTo>
                  <a:lnTo>
                    <a:pt x="384962" y="2667"/>
                  </a:lnTo>
                  <a:lnTo>
                    <a:pt x="378548" y="0"/>
                  </a:lnTo>
                  <a:lnTo>
                    <a:pt x="371856" y="0"/>
                  </a:lnTo>
                  <a:lnTo>
                    <a:pt x="362026" y="1981"/>
                  </a:lnTo>
                  <a:lnTo>
                    <a:pt x="353999" y="7391"/>
                  </a:lnTo>
                  <a:lnTo>
                    <a:pt x="348589" y="15417"/>
                  </a:lnTo>
                  <a:lnTo>
                    <a:pt x="346608" y="25247"/>
                  </a:lnTo>
                  <a:lnTo>
                    <a:pt x="348589" y="35077"/>
                  </a:lnTo>
                  <a:lnTo>
                    <a:pt x="353999" y="43091"/>
                  </a:lnTo>
                  <a:lnTo>
                    <a:pt x="362026" y="48501"/>
                  </a:lnTo>
                  <a:lnTo>
                    <a:pt x="371856" y="50495"/>
                  </a:lnTo>
                  <a:lnTo>
                    <a:pt x="381673" y="48501"/>
                  </a:lnTo>
                  <a:lnTo>
                    <a:pt x="389699" y="43091"/>
                  </a:lnTo>
                  <a:lnTo>
                    <a:pt x="395109" y="35077"/>
                  </a:lnTo>
                  <a:lnTo>
                    <a:pt x="397090" y="25247"/>
                  </a:lnTo>
                  <a:lnTo>
                    <a:pt x="397090" y="18554"/>
                  </a:lnTo>
                  <a:close/>
                </a:path>
                <a:path extrusionOk="0" h="1601470" w="744220">
                  <a:moveTo>
                    <a:pt x="570395" y="1564449"/>
                  </a:moveTo>
                  <a:lnTo>
                    <a:pt x="567740" y="1558036"/>
                  </a:lnTo>
                  <a:lnTo>
                    <a:pt x="558266" y="1548561"/>
                  </a:lnTo>
                  <a:lnTo>
                    <a:pt x="551853" y="1545907"/>
                  </a:lnTo>
                  <a:lnTo>
                    <a:pt x="545160" y="1545907"/>
                  </a:lnTo>
                  <a:lnTo>
                    <a:pt x="535330" y="1547888"/>
                  </a:lnTo>
                  <a:lnTo>
                    <a:pt x="527304" y="1553298"/>
                  </a:lnTo>
                  <a:lnTo>
                    <a:pt x="521893" y="1561325"/>
                  </a:lnTo>
                  <a:lnTo>
                    <a:pt x="519912" y="1571155"/>
                  </a:lnTo>
                  <a:lnTo>
                    <a:pt x="521893" y="1580972"/>
                  </a:lnTo>
                  <a:lnTo>
                    <a:pt x="527304" y="1588998"/>
                  </a:lnTo>
                  <a:lnTo>
                    <a:pt x="535330" y="1594408"/>
                  </a:lnTo>
                  <a:lnTo>
                    <a:pt x="545160" y="1596390"/>
                  </a:lnTo>
                  <a:lnTo>
                    <a:pt x="554977" y="1594408"/>
                  </a:lnTo>
                  <a:lnTo>
                    <a:pt x="563003" y="1588998"/>
                  </a:lnTo>
                  <a:lnTo>
                    <a:pt x="568413" y="1580972"/>
                  </a:lnTo>
                  <a:lnTo>
                    <a:pt x="570395" y="1571155"/>
                  </a:lnTo>
                  <a:lnTo>
                    <a:pt x="570395" y="1564449"/>
                  </a:lnTo>
                  <a:close/>
                </a:path>
                <a:path extrusionOk="0" h="1601470" w="744220">
                  <a:moveTo>
                    <a:pt x="570395" y="1391145"/>
                  </a:moveTo>
                  <a:lnTo>
                    <a:pt x="567740" y="1384731"/>
                  </a:lnTo>
                  <a:lnTo>
                    <a:pt x="558266" y="1375257"/>
                  </a:lnTo>
                  <a:lnTo>
                    <a:pt x="551853" y="1372603"/>
                  </a:lnTo>
                  <a:lnTo>
                    <a:pt x="545160" y="1372603"/>
                  </a:lnTo>
                  <a:lnTo>
                    <a:pt x="535330" y="1374584"/>
                  </a:lnTo>
                  <a:lnTo>
                    <a:pt x="527304" y="1379994"/>
                  </a:lnTo>
                  <a:lnTo>
                    <a:pt x="521893" y="1388021"/>
                  </a:lnTo>
                  <a:lnTo>
                    <a:pt x="519912" y="1397850"/>
                  </a:lnTo>
                  <a:lnTo>
                    <a:pt x="521893" y="1407668"/>
                  </a:lnTo>
                  <a:lnTo>
                    <a:pt x="527304" y="1415694"/>
                  </a:lnTo>
                  <a:lnTo>
                    <a:pt x="535330" y="1421104"/>
                  </a:lnTo>
                  <a:lnTo>
                    <a:pt x="545160" y="1423085"/>
                  </a:lnTo>
                  <a:lnTo>
                    <a:pt x="554977" y="1421104"/>
                  </a:lnTo>
                  <a:lnTo>
                    <a:pt x="563003" y="1415694"/>
                  </a:lnTo>
                  <a:lnTo>
                    <a:pt x="568413" y="1407668"/>
                  </a:lnTo>
                  <a:lnTo>
                    <a:pt x="570395" y="1397850"/>
                  </a:lnTo>
                  <a:lnTo>
                    <a:pt x="570395" y="1391145"/>
                  </a:lnTo>
                  <a:close/>
                </a:path>
                <a:path extrusionOk="0" h="1601470" w="744220">
                  <a:moveTo>
                    <a:pt x="570395" y="1217853"/>
                  </a:moveTo>
                  <a:lnTo>
                    <a:pt x="567740" y="1211427"/>
                  </a:lnTo>
                  <a:lnTo>
                    <a:pt x="558266" y="1201953"/>
                  </a:lnTo>
                  <a:lnTo>
                    <a:pt x="551853" y="1199299"/>
                  </a:lnTo>
                  <a:lnTo>
                    <a:pt x="545160" y="1199299"/>
                  </a:lnTo>
                  <a:lnTo>
                    <a:pt x="535330" y="1201280"/>
                  </a:lnTo>
                  <a:lnTo>
                    <a:pt x="527304" y="1206690"/>
                  </a:lnTo>
                  <a:lnTo>
                    <a:pt x="521893" y="1214716"/>
                  </a:lnTo>
                  <a:lnTo>
                    <a:pt x="519912" y="1224546"/>
                  </a:lnTo>
                  <a:lnTo>
                    <a:pt x="521893" y="1234363"/>
                  </a:lnTo>
                  <a:lnTo>
                    <a:pt x="527304" y="1242390"/>
                  </a:lnTo>
                  <a:lnTo>
                    <a:pt x="535330" y="1247800"/>
                  </a:lnTo>
                  <a:lnTo>
                    <a:pt x="545160" y="1249794"/>
                  </a:lnTo>
                  <a:lnTo>
                    <a:pt x="554977" y="1247800"/>
                  </a:lnTo>
                  <a:lnTo>
                    <a:pt x="563003" y="1242390"/>
                  </a:lnTo>
                  <a:lnTo>
                    <a:pt x="568413" y="1234363"/>
                  </a:lnTo>
                  <a:lnTo>
                    <a:pt x="570395" y="1224546"/>
                  </a:lnTo>
                  <a:lnTo>
                    <a:pt x="570395" y="1217853"/>
                  </a:lnTo>
                  <a:close/>
                </a:path>
                <a:path extrusionOk="0" h="1601470" w="744220">
                  <a:moveTo>
                    <a:pt x="570395" y="1044549"/>
                  </a:moveTo>
                  <a:lnTo>
                    <a:pt x="567740" y="1038123"/>
                  </a:lnTo>
                  <a:lnTo>
                    <a:pt x="558266" y="1028649"/>
                  </a:lnTo>
                  <a:lnTo>
                    <a:pt x="551853" y="1025994"/>
                  </a:lnTo>
                  <a:lnTo>
                    <a:pt x="545160" y="1025994"/>
                  </a:lnTo>
                  <a:lnTo>
                    <a:pt x="535330" y="1027976"/>
                  </a:lnTo>
                  <a:lnTo>
                    <a:pt x="527304" y="1033386"/>
                  </a:lnTo>
                  <a:lnTo>
                    <a:pt x="521893" y="1041412"/>
                  </a:lnTo>
                  <a:lnTo>
                    <a:pt x="519912" y="1051242"/>
                  </a:lnTo>
                  <a:lnTo>
                    <a:pt x="521893" y="1061072"/>
                  </a:lnTo>
                  <a:lnTo>
                    <a:pt x="527304" y="1069086"/>
                  </a:lnTo>
                  <a:lnTo>
                    <a:pt x="535330" y="1074496"/>
                  </a:lnTo>
                  <a:lnTo>
                    <a:pt x="545160" y="1076490"/>
                  </a:lnTo>
                  <a:lnTo>
                    <a:pt x="554977" y="1074496"/>
                  </a:lnTo>
                  <a:lnTo>
                    <a:pt x="563003" y="1069086"/>
                  </a:lnTo>
                  <a:lnTo>
                    <a:pt x="568413" y="1061072"/>
                  </a:lnTo>
                  <a:lnTo>
                    <a:pt x="570395" y="1051242"/>
                  </a:lnTo>
                  <a:lnTo>
                    <a:pt x="570395" y="1044549"/>
                  </a:lnTo>
                  <a:close/>
                </a:path>
                <a:path extrusionOk="0" h="1601470" w="744220">
                  <a:moveTo>
                    <a:pt x="570395" y="871245"/>
                  </a:moveTo>
                  <a:lnTo>
                    <a:pt x="567740" y="864819"/>
                  </a:lnTo>
                  <a:lnTo>
                    <a:pt x="558266" y="855345"/>
                  </a:lnTo>
                  <a:lnTo>
                    <a:pt x="551853" y="852690"/>
                  </a:lnTo>
                  <a:lnTo>
                    <a:pt x="545160" y="852690"/>
                  </a:lnTo>
                  <a:lnTo>
                    <a:pt x="535330" y="854671"/>
                  </a:lnTo>
                  <a:lnTo>
                    <a:pt x="527304" y="860082"/>
                  </a:lnTo>
                  <a:lnTo>
                    <a:pt x="521893" y="868108"/>
                  </a:lnTo>
                  <a:lnTo>
                    <a:pt x="519912" y="877938"/>
                  </a:lnTo>
                  <a:lnTo>
                    <a:pt x="521893" y="887768"/>
                  </a:lnTo>
                  <a:lnTo>
                    <a:pt x="527304" y="895781"/>
                  </a:lnTo>
                  <a:lnTo>
                    <a:pt x="535330" y="901192"/>
                  </a:lnTo>
                  <a:lnTo>
                    <a:pt x="545160" y="903185"/>
                  </a:lnTo>
                  <a:lnTo>
                    <a:pt x="554977" y="901192"/>
                  </a:lnTo>
                  <a:lnTo>
                    <a:pt x="563003" y="895781"/>
                  </a:lnTo>
                  <a:lnTo>
                    <a:pt x="568413" y="887768"/>
                  </a:lnTo>
                  <a:lnTo>
                    <a:pt x="570395" y="877938"/>
                  </a:lnTo>
                  <a:lnTo>
                    <a:pt x="570395" y="871245"/>
                  </a:lnTo>
                  <a:close/>
                </a:path>
                <a:path extrusionOk="0" h="1601470" w="744220">
                  <a:moveTo>
                    <a:pt x="570395" y="711771"/>
                  </a:moveTo>
                  <a:lnTo>
                    <a:pt x="567740" y="705345"/>
                  </a:lnTo>
                  <a:lnTo>
                    <a:pt x="558266" y="695871"/>
                  </a:lnTo>
                  <a:lnTo>
                    <a:pt x="551853" y="693216"/>
                  </a:lnTo>
                  <a:lnTo>
                    <a:pt x="545160" y="693216"/>
                  </a:lnTo>
                  <a:lnTo>
                    <a:pt x="535330" y="695198"/>
                  </a:lnTo>
                  <a:lnTo>
                    <a:pt x="527304" y="700608"/>
                  </a:lnTo>
                  <a:lnTo>
                    <a:pt x="521893" y="708634"/>
                  </a:lnTo>
                  <a:lnTo>
                    <a:pt x="519912" y="718464"/>
                  </a:lnTo>
                  <a:lnTo>
                    <a:pt x="521893" y="728281"/>
                  </a:lnTo>
                  <a:lnTo>
                    <a:pt x="527304" y="736307"/>
                  </a:lnTo>
                  <a:lnTo>
                    <a:pt x="535330" y="741718"/>
                  </a:lnTo>
                  <a:lnTo>
                    <a:pt x="545160" y="743712"/>
                  </a:lnTo>
                  <a:lnTo>
                    <a:pt x="554977" y="741718"/>
                  </a:lnTo>
                  <a:lnTo>
                    <a:pt x="563003" y="736307"/>
                  </a:lnTo>
                  <a:lnTo>
                    <a:pt x="568413" y="728281"/>
                  </a:lnTo>
                  <a:lnTo>
                    <a:pt x="570395" y="718464"/>
                  </a:lnTo>
                  <a:lnTo>
                    <a:pt x="570395" y="711771"/>
                  </a:lnTo>
                  <a:close/>
                </a:path>
                <a:path extrusionOk="0" h="1601470" w="744220">
                  <a:moveTo>
                    <a:pt x="570395" y="538467"/>
                  </a:moveTo>
                  <a:lnTo>
                    <a:pt x="567740" y="532041"/>
                  </a:lnTo>
                  <a:lnTo>
                    <a:pt x="558266" y="522566"/>
                  </a:lnTo>
                  <a:lnTo>
                    <a:pt x="551853" y="519912"/>
                  </a:lnTo>
                  <a:lnTo>
                    <a:pt x="545160" y="519912"/>
                  </a:lnTo>
                  <a:lnTo>
                    <a:pt x="535330" y="521893"/>
                  </a:lnTo>
                  <a:lnTo>
                    <a:pt x="527304" y="527304"/>
                  </a:lnTo>
                  <a:lnTo>
                    <a:pt x="521893" y="535330"/>
                  </a:lnTo>
                  <a:lnTo>
                    <a:pt x="519912" y="545160"/>
                  </a:lnTo>
                  <a:lnTo>
                    <a:pt x="521893" y="554990"/>
                  </a:lnTo>
                  <a:lnTo>
                    <a:pt x="527304" y="563003"/>
                  </a:lnTo>
                  <a:lnTo>
                    <a:pt x="535330" y="568413"/>
                  </a:lnTo>
                  <a:lnTo>
                    <a:pt x="545160" y="570407"/>
                  </a:lnTo>
                  <a:lnTo>
                    <a:pt x="554977" y="568413"/>
                  </a:lnTo>
                  <a:lnTo>
                    <a:pt x="563003" y="563003"/>
                  </a:lnTo>
                  <a:lnTo>
                    <a:pt x="568413" y="554990"/>
                  </a:lnTo>
                  <a:lnTo>
                    <a:pt x="570395" y="545160"/>
                  </a:lnTo>
                  <a:lnTo>
                    <a:pt x="570395" y="538467"/>
                  </a:lnTo>
                  <a:close/>
                </a:path>
                <a:path extrusionOk="0" h="1601470" w="744220">
                  <a:moveTo>
                    <a:pt x="570395" y="365163"/>
                  </a:moveTo>
                  <a:lnTo>
                    <a:pt x="567740" y="358736"/>
                  </a:lnTo>
                  <a:lnTo>
                    <a:pt x="558266" y="349262"/>
                  </a:lnTo>
                  <a:lnTo>
                    <a:pt x="551853" y="346608"/>
                  </a:lnTo>
                  <a:lnTo>
                    <a:pt x="545160" y="346608"/>
                  </a:lnTo>
                  <a:lnTo>
                    <a:pt x="535330" y="348589"/>
                  </a:lnTo>
                  <a:lnTo>
                    <a:pt x="527304" y="353999"/>
                  </a:lnTo>
                  <a:lnTo>
                    <a:pt x="521893" y="362026"/>
                  </a:lnTo>
                  <a:lnTo>
                    <a:pt x="519912" y="371856"/>
                  </a:lnTo>
                  <a:lnTo>
                    <a:pt x="521893" y="381685"/>
                  </a:lnTo>
                  <a:lnTo>
                    <a:pt x="527304" y="389699"/>
                  </a:lnTo>
                  <a:lnTo>
                    <a:pt x="535330" y="395109"/>
                  </a:lnTo>
                  <a:lnTo>
                    <a:pt x="545160" y="397103"/>
                  </a:lnTo>
                  <a:lnTo>
                    <a:pt x="554977" y="395109"/>
                  </a:lnTo>
                  <a:lnTo>
                    <a:pt x="563003" y="389699"/>
                  </a:lnTo>
                  <a:lnTo>
                    <a:pt x="568413" y="381685"/>
                  </a:lnTo>
                  <a:lnTo>
                    <a:pt x="570395" y="371856"/>
                  </a:lnTo>
                  <a:lnTo>
                    <a:pt x="570395" y="365163"/>
                  </a:lnTo>
                  <a:close/>
                </a:path>
                <a:path extrusionOk="0" h="1601470" w="744220">
                  <a:moveTo>
                    <a:pt x="570395" y="191858"/>
                  </a:moveTo>
                  <a:lnTo>
                    <a:pt x="567740" y="185432"/>
                  </a:lnTo>
                  <a:lnTo>
                    <a:pt x="558266" y="175958"/>
                  </a:lnTo>
                  <a:lnTo>
                    <a:pt x="551853" y="173304"/>
                  </a:lnTo>
                  <a:lnTo>
                    <a:pt x="545160" y="173304"/>
                  </a:lnTo>
                  <a:lnTo>
                    <a:pt x="535330" y="175285"/>
                  </a:lnTo>
                  <a:lnTo>
                    <a:pt x="527304" y="180695"/>
                  </a:lnTo>
                  <a:lnTo>
                    <a:pt x="521893" y="188722"/>
                  </a:lnTo>
                  <a:lnTo>
                    <a:pt x="519912" y="198551"/>
                  </a:lnTo>
                  <a:lnTo>
                    <a:pt x="521893" y="208381"/>
                  </a:lnTo>
                  <a:lnTo>
                    <a:pt x="527304" y="216395"/>
                  </a:lnTo>
                  <a:lnTo>
                    <a:pt x="535330" y="221805"/>
                  </a:lnTo>
                  <a:lnTo>
                    <a:pt x="545160" y="223799"/>
                  </a:lnTo>
                  <a:lnTo>
                    <a:pt x="554977" y="221805"/>
                  </a:lnTo>
                  <a:lnTo>
                    <a:pt x="563003" y="216395"/>
                  </a:lnTo>
                  <a:lnTo>
                    <a:pt x="568413" y="208381"/>
                  </a:lnTo>
                  <a:lnTo>
                    <a:pt x="570395" y="198551"/>
                  </a:lnTo>
                  <a:lnTo>
                    <a:pt x="570395" y="191858"/>
                  </a:lnTo>
                  <a:close/>
                </a:path>
                <a:path extrusionOk="0" h="1601470" w="744220">
                  <a:moveTo>
                    <a:pt x="570395" y="18554"/>
                  </a:moveTo>
                  <a:lnTo>
                    <a:pt x="567740" y="12128"/>
                  </a:lnTo>
                  <a:lnTo>
                    <a:pt x="558266" y="2667"/>
                  </a:lnTo>
                  <a:lnTo>
                    <a:pt x="551853" y="0"/>
                  </a:lnTo>
                  <a:lnTo>
                    <a:pt x="545160" y="0"/>
                  </a:lnTo>
                  <a:lnTo>
                    <a:pt x="535330" y="1981"/>
                  </a:lnTo>
                  <a:lnTo>
                    <a:pt x="527304" y="7391"/>
                  </a:lnTo>
                  <a:lnTo>
                    <a:pt x="521893" y="15417"/>
                  </a:lnTo>
                  <a:lnTo>
                    <a:pt x="519912" y="25247"/>
                  </a:lnTo>
                  <a:lnTo>
                    <a:pt x="521893" y="35077"/>
                  </a:lnTo>
                  <a:lnTo>
                    <a:pt x="527304" y="43091"/>
                  </a:lnTo>
                  <a:lnTo>
                    <a:pt x="535330" y="48501"/>
                  </a:lnTo>
                  <a:lnTo>
                    <a:pt x="545160" y="50495"/>
                  </a:lnTo>
                  <a:lnTo>
                    <a:pt x="554977" y="48501"/>
                  </a:lnTo>
                  <a:lnTo>
                    <a:pt x="563003" y="43091"/>
                  </a:lnTo>
                  <a:lnTo>
                    <a:pt x="568413" y="35077"/>
                  </a:lnTo>
                  <a:lnTo>
                    <a:pt x="570395" y="25247"/>
                  </a:lnTo>
                  <a:lnTo>
                    <a:pt x="570395" y="18554"/>
                  </a:lnTo>
                  <a:close/>
                </a:path>
                <a:path extrusionOk="0" h="1601470" w="744220">
                  <a:moveTo>
                    <a:pt x="743699" y="1569504"/>
                  </a:moveTo>
                  <a:lnTo>
                    <a:pt x="741045" y="1563090"/>
                  </a:lnTo>
                  <a:lnTo>
                    <a:pt x="731570" y="1553616"/>
                  </a:lnTo>
                  <a:lnTo>
                    <a:pt x="725157" y="1550962"/>
                  </a:lnTo>
                  <a:lnTo>
                    <a:pt x="718464" y="1550962"/>
                  </a:lnTo>
                  <a:lnTo>
                    <a:pt x="708634" y="1552943"/>
                  </a:lnTo>
                  <a:lnTo>
                    <a:pt x="700608" y="1558353"/>
                  </a:lnTo>
                  <a:lnTo>
                    <a:pt x="695198" y="1566379"/>
                  </a:lnTo>
                  <a:lnTo>
                    <a:pt x="693216" y="1576197"/>
                  </a:lnTo>
                  <a:lnTo>
                    <a:pt x="695198" y="1586026"/>
                  </a:lnTo>
                  <a:lnTo>
                    <a:pt x="700608" y="1594053"/>
                  </a:lnTo>
                  <a:lnTo>
                    <a:pt x="708634" y="1599463"/>
                  </a:lnTo>
                  <a:lnTo>
                    <a:pt x="718464" y="1601444"/>
                  </a:lnTo>
                  <a:lnTo>
                    <a:pt x="728281" y="1599463"/>
                  </a:lnTo>
                  <a:lnTo>
                    <a:pt x="736307" y="1594053"/>
                  </a:lnTo>
                  <a:lnTo>
                    <a:pt x="741718" y="1586026"/>
                  </a:lnTo>
                  <a:lnTo>
                    <a:pt x="743699" y="1576197"/>
                  </a:lnTo>
                  <a:lnTo>
                    <a:pt x="743699" y="1569504"/>
                  </a:lnTo>
                  <a:close/>
                </a:path>
                <a:path extrusionOk="0" h="1601470" w="744220">
                  <a:moveTo>
                    <a:pt x="743699" y="1396199"/>
                  </a:moveTo>
                  <a:lnTo>
                    <a:pt x="741045" y="1389786"/>
                  </a:lnTo>
                  <a:lnTo>
                    <a:pt x="731570" y="1380312"/>
                  </a:lnTo>
                  <a:lnTo>
                    <a:pt x="725157" y="1377657"/>
                  </a:lnTo>
                  <a:lnTo>
                    <a:pt x="718464" y="1377657"/>
                  </a:lnTo>
                  <a:lnTo>
                    <a:pt x="708634" y="1379639"/>
                  </a:lnTo>
                  <a:lnTo>
                    <a:pt x="700608" y="1385049"/>
                  </a:lnTo>
                  <a:lnTo>
                    <a:pt x="695198" y="1393075"/>
                  </a:lnTo>
                  <a:lnTo>
                    <a:pt x="693216" y="1402892"/>
                  </a:lnTo>
                  <a:lnTo>
                    <a:pt x="695198" y="1412722"/>
                  </a:lnTo>
                  <a:lnTo>
                    <a:pt x="700608" y="1420749"/>
                  </a:lnTo>
                  <a:lnTo>
                    <a:pt x="708634" y="1426159"/>
                  </a:lnTo>
                  <a:lnTo>
                    <a:pt x="718464" y="1428140"/>
                  </a:lnTo>
                  <a:lnTo>
                    <a:pt x="728281" y="1426159"/>
                  </a:lnTo>
                  <a:lnTo>
                    <a:pt x="736307" y="1420749"/>
                  </a:lnTo>
                  <a:lnTo>
                    <a:pt x="741718" y="1412722"/>
                  </a:lnTo>
                  <a:lnTo>
                    <a:pt x="743699" y="1402892"/>
                  </a:lnTo>
                  <a:lnTo>
                    <a:pt x="743699" y="1396199"/>
                  </a:lnTo>
                  <a:close/>
                </a:path>
                <a:path extrusionOk="0" h="1601470" w="744220">
                  <a:moveTo>
                    <a:pt x="743699" y="1222895"/>
                  </a:moveTo>
                  <a:lnTo>
                    <a:pt x="741045" y="1216482"/>
                  </a:lnTo>
                  <a:lnTo>
                    <a:pt x="731570" y="1207008"/>
                  </a:lnTo>
                  <a:lnTo>
                    <a:pt x="725157" y="1204353"/>
                  </a:lnTo>
                  <a:lnTo>
                    <a:pt x="718464" y="1204353"/>
                  </a:lnTo>
                  <a:lnTo>
                    <a:pt x="708634" y="1206334"/>
                  </a:lnTo>
                  <a:lnTo>
                    <a:pt x="700608" y="1211745"/>
                  </a:lnTo>
                  <a:lnTo>
                    <a:pt x="695198" y="1219771"/>
                  </a:lnTo>
                  <a:lnTo>
                    <a:pt x="693216" y="1229588"/>
                  </a:lnTo>
                  <a:lnTo>
                    <a:pt x="695198" y="1239418"/>
                  </a:lnTo>
                  <a:lnTo>
                    <a:pt x="700608" y="1247444"/>
                  </a:lnTo>
                  <a:lnTo>
                    <a:pt x="708634" y="1252855"/>
                  </a:lnTo>
                  <a:lnTo>
                    <a:pt x="718464" y="1254836"/>
                  </a:lnTo>
                  <a:lnTo>
                    <a:pt x="728281" y="1252855"/>
                  </a:lnTo>
                  <a:lnTo>
                    <a:pt x="736307" y="1247444"/>
                  </a:lnTo>
                  <a:lnTo>
                    <a:pt x="741718" y="1239418"/>
                  </a:lnTo>
                  <a:lnTo>
                    <a:pt x="743699" y="1229588"/>
                  </a:lnTo>
                  <a:lnTo>
                    <a:pt x="743699" y="1222895"/>
                  </a:lnTo>
                  <a:close/>
                </a:path>
                <a:path extrusionOk="0" h="1601470" w="744220">
                  <a:moveTo>
                    <a:pt x="743699" y="1049591"/>
                  </a:moveTo>
                  <a:lnTo>
                    <a:pt x="741045" y="1043178"/>
                  </a:lnTo>
                  <a:lnTo>
                    <a:pt x="731570" y="1033703"/>
                  </a:lnTo>
                  <a:lnTo>
                    <a:pt x="725157" y="1031049"/>
                  </a:lnTo>
                  <a:lnTo>
                    <a:pt x="718464" y="1031049"/>
                  </a:lnTo>
                  <a:lnTo>
                    <a:pt x="708634" y="1033030"/>
                  </a:lnTo>
                  <a:lnTo>
                    <a:pt x="700608" y="1038440"/>
                  </a:lnTo>
                  <a:lnTo>
                    <a:pt x="695198" y="1046467"/>
                  </a:lnTo>
                  <a:lnTo>
                    <a:pt x="693216" y="1056284"/>
                  </a:lnTo>
                  <a:lnTo>
                    <a:pt x="695198" y="1066114"/>
                  </a:lnTo>
                  <a:lnTo>
                    <a:pt x="700608" y="1074140"/>
                  </a:lnTo>
                  <a:lnTo>
                    <a:pt x="708634" y="1079550"/>
                  </a:lnTo>
                  <a:lnTo>
                    <a:pt x="718464" y="1081532"/>
                  </a:lnTo>
                  <a:lnTo>
                    <a:pt x="728281" y="1079550"/>
                  </a:lnTo>
                  <a:lnTo>
                    <a:pt x="736307" y="1074140"/>
                  </a:lnTo>
                  <a:lnTo>
                    <a:pt x="741718" y="1066114"/>
                  </a:lnTo>
                  <a:lnTo>
                    <a:pt x="743699" y="1056284"/>
                  </a:lnTo>
                  <a:lnTo>
                    <a:pt x="743699" y="1049591"/>
                  </a:lnTo>
                  <a:close/>
                </a:path>
                <a:path extrusionOk="0" h="1601470" w="744220">
                  <a:moveTo>
                    <a:pt x="743699" y="876287"/>
                  </a:moveTo>
                  <a:lnTo>
                    <a:pt x="741045" y="869873"/>
                  </a:lnTo>
                  <a:lnTo>
                    <a:pt x="731570" y="860399"/>
                  </a:lnTo>
                  <a:lnTo>
                    <a:pt x="725157" y="857745"/>
                  </a:lnTo>
                  <a:lnTo>
                    <a:pt x="718464" y="857745"/>
                  </a:lnTo>
                  <a:lnTo>
                    <a:pt x="708634" y="859726"/>
                  </a:lnTo>
                  <a:lnTo>
                    <a:pt x="700608" y="865136"/>
                  </a:lnTo>
                  <a:lnTo>
                    <a:pt x="695198" y="873163"/>
                  </a:lnTo>
                  <a:lnTo>
                    <a:pt x="693216" y="882992"/>
                  </a:lnTo>
                  <a:lnTo>
                    <a:pt x="695198" y="892810"/>
                  </a:lnTo>
                  <a:lnTo>
                    <a:pt x="700608" y="900836"/>
                  </a:lnTo>
                  <a:lnTo>
                    <a:pt x="708634" y="906246"/>
                  </a:lnTo>
                  <a:lnTo>
                    <a:pt x="718464" y="908227"/>
                  </a:lnTo>
                  <a:lnTo>
                    <a:pt x="728281" y="906246"/>
                  </a:lnTo>
                  <a:lnTo>
                    <a:pt x="736307" y="900836"/>
                  </a:lnTo>
                  <a:lnTo>
                    <a:pt x="741718" y="892810"/>
                  </a:lnTo>
                  <a:lnTo>
                    <a:pt x="743699" y="882992"/>
                  </a:lnTo>
                  <a:lnTo>
                    <a:pt x="743699" y="876287"/>
                  </a:lnTo>
                  <a:close/>
                </a:path>
                <a:path extrusionOk="0" h="1601470" w="744220">
                  <a:moveTo>
                    <a:pt x="743699" y="716813"/>
                  </a:moveTo>
                  <a:lnTo>
                    <a:pt x="741045" y="710399"/>
                  </a:lnTo>
                  <a:lnTo>
                    <a:pt x="731570" y="700925"/>
                  </a:lnTo>
                  <a:lnTo>
                    <a:pt x="725157" y="698271"/>
                  </a:lnTo>
                  <a:lnTo>
                    <a:pt x="718464" y="698271"/>
                  </a:lnTo>
                  <a:lnTo>
                    <a:pt x="708634" y="700252"/>
                  </a:lnTo>
                  <a:lnTo>
                    <a:pt x="700608" y="705662"/>
                  </a:lnTo>
                  <a:lnTo>
                    <a:pt x="695198" y="713689"/>
                  </a:lnTo>
                  <a:lnTo>
                    <a:pt x="693216" y="723506"/>
                  </a:lnTo>
                  <a:lnTo>
                    <a:pt x="695198" y="733336"/>
                  </a:lnTo>
                  <a:lnTo>
                    <a:pt x="700608" y="741362"/>
                  </a:lnTo>
                  <a:lnTo>
                    <a:pt x="708634" y="746772"/>
                  </a:lnTo>
                  <a:lnTo>
                    <a:pt x="718464" y="748753"/>
                  </a:lnTo>
                  <a:lnTo>
                    <a:pt x="728281" y="746772"/>
                  </a:lnTo>
                  <a:lnTo>
                    <a:pt x="736307" y="741362"/>
                  </a:lnTo>
                  <a:lnTo>
                    <a:pt x="741718" y="733336"/>
                  </a:lnTo>
                  <a:lnTo>
                    <a:pt x="743699" y="723506"/>
                  </a:lnTo>
                  <a:lnTo>
                    <a:pt x="743699" y="716813"/>
                  </a:lnTo>
                  <a:close/>
                </a:path>
                <a:path extrusionOk="0" h="1601470" w="744220">
                  <a:moveTo>
                    <a:pt x="743699" y="543509"/>
                  </a:moveTo>
                  <a:lnTo>
                    <a:pt x="741045" y="537095"/>
                  </a:lnTo>
                  <a:lnTo>
                    <a:pt x="731570" y="527621"/>
                  </a:lnTo>
                  <a:lnTo>
                    <a:pt x="725157" y="524967"/>
                  </a:lnTo>
                  <a:lnTo>
                    <a:pt x="718464" y="524967"/>
                  </a:lnTo>
                  <a:lnTo>
                    <a:pt x="708634" y="526948"/>
                  </a:lnTo>
                  <a:lnTo>
                    <a:pt x="700608" y="532358"/>
                  </a:lnTo>
                  <a:lnTo>
                    <a:pt x="695198" y="540385"/>
                  </a:lnTo>
                  <a:lnTo>
                    <a:pt x="693216" y="550202"/>
                  </a:lnTo>
                  <a:lnTo>
                    <a:pt x="695198" y="560031"/>
                  </a:lnTo>
                  <a:lnTo>
                    <a:pt x="700608" y="568058"/>
                  </a:lnTo>
                  <a:lnTo>
                    <a:pt x="708634" y="573468"/>
                  </a:lnTo>
                  <a:lnTo>
                    <a:pt x="718464" y="575449"/>
                  </a:lnTo>
                  <a:lnTo>
                    <a:pt x="728281" y="573468"/>
                  </a:lnTo>
                  <a:lnTo>
                    <a:pt x="736307" y="568058"/>
                  </a:lnTo>
                  <a:lnTo>
                    <a:pt x="741718" y="560031"/>
                  </a:lnTo>
                  <a:lnTo>
                    <a:pt x="743699" y="550202"/>
                  </a:lnTo>
                  <a:lnTo>
                    <a:pt x="743699" y="543509"/>
                  </a:lnTo>
                  <a:close/>
                </a:path>
                <a:path extrusionOk="0" h="1601470" w="744220">
                  <a:moveTo>
                    <a:pt x="743699" y="370205"/>
                  </a:moveTo>
                  <a:lnTo>
                    <a:pt x="741045" y="363791"/>
                  </a:lnTo>
                  <a:lnTo>
                    <a:pt x="731570" y="354317"/>
                  </a:lnTo>
                  <a:lnTo>
                    <a:pt x="725157" y="351663"/>
                  </a:lnTo>
                  <a:lnTo>
                    <a:pt x="718464" y="351663"/>
                  </a:lnTo>
                  <a:lnTo>
                    <a:pt x="708634" y="353644"/>
                  </a:lnTo>
                  <a:lnTo>
                    <a:pt x="700608" y="359054"/>
                  </a:lnTo>
                  <a:lnTo>
                    <a:pt x="695198" y="367080"/>
                  </a:lnTo>
                  <a:lnTo>
                    <a:pt x="693216" y="376910"/>
                  </a:lnTo>
                  <a:lnTo>
                    <a:pt x="695198" y="386727"/>
                  </a:lnTo>
                  <a:lnTo>
                    <a:pt x="700608" y="394754"/>
                  </a:lnTo>
                  <a:lnTo>
                    <a:pt x="708634" y="400164"/>
                  </a:lnTo>
                  <a:lnTo>
                    <a:pt x="718464" y="402145"/>
                  </a:lnTo>
                  <a:lnTo>
                    <a:pt x="728281" y="400164"/>
                  </a:lnTo>
                  <a:lnTo>
                    <a:pt x="736307" y="394754"/>
                  </a:lnTo>
                  <a:lnTo>
                    <a:pt x="741718" y="386727"/>
                  </a:lnTo>
                  <a:lnTo>
                    <a:pt x="743699" y="376910"/>
                  </a:lnTo>
                  <a:lnTo>
                    <a:pt x="743699" y="370205"/>
                  </a:lnTo>
                  <a:close/>
                </a:path>
                <a:path extrusionOk="0" h="1601470" w="744220">
                  <a:moveTo>
                    <a:pt x="743699" y="196900"/>
                  </a:moveTo>
                  <a:lnTo>
                    <a:pt x="741045" y="190487"/>
                  </a:lnTo>
                  <a:lnTo>
                    <a:pt x="731570" y="181013"/>
                  </a:lnTo>
                  <a:lnTo>
                    <a:pt x="725157" y="178358"/>
                  </a:lnTo>
                  <a:lnTo>
                    <a:pt x="718464" y="178358"/>
                  </a:lnTo>
                  <a:lnTo>
                    <a:pt x="708634" y="180340"/>
                  </a:lnTo>
                  <a:lnTo>
                    <a:pt x="700608" y="185750"/>
                  </a:lnTo>
                  <a:lnTo>
                    <a:pt x="695198" y="193776"/>
                  </a:lnTo>
                  <a:lnTo>
                    <a:pt x="693216" y="203606"/>
                  </a:lnTo>
                  <a:lnTo>
                    <a:pt x="695198" y="213423"/>
                  </a:lnTo>
                  <a:lnTo>
                    <a:pt x="700608" y="221449"/>
                  </a:lnTo>
                  <a:lnTo>
                    <a:pt x="708634" y="226860"/>
                  </a:lnTo>
                  <a:lnTo>
                    <a:pt x="718464" y="228841"/>
                  </a:lnTo>
                  <a:lnTo>
                    <a:pt x="728281" y="226860"/>
                  </a:lnTo>
                  <a:lnTo>
                    <a:pt x="736307" y="221449"/>
                  </a:lnTo>
                  <a:lnTo>
                    <a:pt x="741718" y="213423"/>
                  </a:lnTo>
                  <a:lnTo>
                    <a:pt x="743699" y="203606"/>
                  </a:lnTo>
                  <a:lnTo>
                    <a:pt x="743699" y="196900"/>
                  </a:lnTo>
                  <a:close/>
                </a:path>
                <a:path extrusionOk="0" h="1601470" w="744220">
                  <a:moveTo>
                    <a:pt x="743699" y="23596"/>
                  </a:moveTo>
                  <a:lnTo>
                    <a:pt x="741045" y="17183"/>
                  </a:lnTo>
                  <a:lnTo>
                    <a:pt x="731570" y="7708"/>
                  </a:lnTo>
                  <a:lnTo>
                    <a:pt x="725157" y="5054"/>
                  </a:lnTo>
                  <a:lnTo>
                    <a:pt x="718464" y="5054"/>
                  </a:lnTo>
                  <a:lnTo>
                    <a:pt x="708634" y="7035"/>
                  </a:lnTo>
                  <a:lnTo>
                    <a:pt x="700608" y="12446"/>
                  </a:lnTo>
                  <a:lnTo>
                    <a:pt x="695198" y="20472"/>
                  </a:lnTo>
                  <a:lnTo>
                    <a:pt x="693216" y="30302"/>
                  </a:lnTo>
                  <a:lnTo>
                    <a:pt x="695198" y="40119"/>
                  </a:lnTo>
                  <a:lnTo>
                    <a:pt x="700608" y="48145"/>
                  </a:lnTo>
                  <a:lnTo>
                    <a:pt x="708634" y="53555"/>
                  </a:lnTo>
                  <a:lnTo>
                    <a:pt x="718464" y="55537"/>
                  </a:lnTo>
                  <a:lnTo>
                    <a:pt x="728281" y="53555"/>
                  </a:lnTo>
                  <a:lnTo>
                    <a:pt x="736307" y="48145"/>
                  </a:lnTo>
                  <a:lnTo>
                    <a:pt x="741718" y="40119"/>
                  </a:lnTo>
                  <a:lnTo>
                    <a:pt x="743699" y="30302"/>
                  </a:lnTo>
                  <a:lnTo>
                    <a:pt x="743699" y="23596"/>
                  </a:lnTo>
                  <a:close/>
                </a:path>
              </a:pathLst>
            </a:custGeom>
            <a:solidFill>
              <a:srgbClr val="E6F4F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0" name="Google Shape;180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27675" y="4257512"/>
              <a:ext cx="1080876" cy="3144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