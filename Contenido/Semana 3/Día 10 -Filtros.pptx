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gAmg1QrZzNdslGQiagOYp1rW3a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43ef9b505_0_13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443ef9b505_0_13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43ef9b505_0_21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443ef9b505_0_21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895510" y="1525695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</a:rPr>
              <a:t>Filtros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10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Filtros en App y Backend</a:t>
            </a:r>
            <a:endParaRPr b="1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39" name="Google Shape;139;g2e4101d08ad_0_0"/>
          <p:cNvSpPr txBox="1"/>
          <p:nvPr>
            <p:ph idx="1" type="body"/>
          </p:nvPr>
        </p:nvSpPr>
        <p:spPr>
          <a:xfrm>
            <a:off x="838575" y="1170275"/>
            <a:ext cx="7372200" cy="22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925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Fiori es posible realizar filtros sobre los datos que ya tenemos cargados en la app o pasarlos directamente al servicio antes de traer información.</a:t>
            </a:r>
            <a:endParaRPr sz="4925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925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 del tipo de información que se esté tratando se decidirá qué tipo de filtro aplicar.</a:t>
            </a:r>
            <a:endParaRPr b="1"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2e4101d08a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43ef9b505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¿Cuando usar filtros en App?</a:t>
            </a:r>
            <a:endParaRPr b="1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48" name="Google Shape;148;g3443ef9b505_0_13"/>
          <p:cNvSpPr txBox="1"/>
          <p:nvPr>
            <p:ph idx="1" type="body"/>
          </p:nvPr>
        </p:nvSpPr>
        <p:spPr>
          <a:xfrm>
            <a:off x="531900" y="1170125"/>
            <a:ext cx="75294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-36322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028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 se trabajan con pocos datos lo ideal es traer toda la información y hacer filtros en el front, así se evita hacer llamados constantes al servicio.</a:t>
            </a:r>
            <a:endParaRPr sz="3028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322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028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Cuando son datos que sabemos que no cambian constantemente.</a:t>
            </a:r>
            <a:endParaRPr sz="3028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925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g3443ef9b505_0_13"/>
          <p:cNvSpPr/>
          <p:nvPr/>
        </p:nvSpPr>
        <p:spPr>
          <a:xfrm rot="6547604">
            <a:off x="991575" y="203641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443ef9b505_0_13"/>
          <p:cNvSpPr/>
          <p:nvPr/>
        </p:nvSpPr>
        <p:spPr>
          <a:xfrm rot="6547604">
            <a:off x="7036925" y="-342590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443ef9b505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43ef9b505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¿Cuando usar Filtros en el Servicio?</a:t>
            </a:r>
            <a:endParaRPr b="1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57" name="Google Shape;157;g3443ef9b505_0_21"/>
          <p:cNvSpPr txBox="1"/>
          <p:nvPr>
            <p:ph idx="1" type="body"/>
          </p:nvPr>
        </p:nvSpPr>
        <p:spPr>
          <a:xfrm>
            <a:off x="720650" y="1260300"/>
            <a:ext cx="69723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Cuando se tienen muchos datos lo ideal es filtrarlos en el backend y evitar cargar el navegador con muchos información.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Cuando es información transaccional que cambia constantemente, lo ideal es que al filtrar contemos con información actualizada.</a:t>
            </a:r>
            <a:endParaRPr sz="4925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g3443ef9b505_0_21"/>
          <p:cNvSpPr/>
          <p:nvPr/>
        </p:nvSpPr>
        <p:spPr>
          <a:xfrm rot="6547604">
            <a:off x="991575" y="203641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443ef9b505_0_21"/>
          <p:cNvSpPr/>
          <p:nvPr/>
        </p:nvSpPr>
        <p:spPr>
          <a:xfrm rot="6547604">
            <a:off x="7036925" y="-342590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443ef9b505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66" name="Google Shape;16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69" name="Google Shape;169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70" name="Google Shape;170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" name="Google Shape;19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" name="Google Shape;19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